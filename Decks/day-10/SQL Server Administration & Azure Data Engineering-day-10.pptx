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83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2B2F5-69FF-405F-9082-6A963446B6E1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0A98-8248-4526-AF0D-B5B8042F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F0A98-8248-4526-AF0D-B5B8042F2A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atabricks/visualizations/" TargetMode="External"/><Relationship Id="rId2" Type="http://schemas.openxmlformats.org/officeDocument/2006/relationships/hyperlink" Target="https://learn.microsoft.com/en-us/azure/databricks/spark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/>
              <a:t>SQL Server Administration &amp; Azure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10 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235346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Data Engineering with Databricks</a:t>
            </a:r>
          </a:p>
          <a:p>
            <a:r>
              <a:rPr lang="en-US" sz="2200" dirty="0"/>
              <a:t>Apache Spark with Databricks</a:t>
            </a:r>
          </a:p>
          <a:p>
            <a:r>
              <a:rPr lang="en-US" sz="2200" dirty="0"/>
              <a:t>Azure Databricks notebooks</a:t>
            </a:r>
          </a:p>
          <a:p>
            <a:r>
              <a:rPr lang="en-US" sz="2200" dirty="0"/>
              <a:t>Components of PySpark</a:t>
            </a:r>
          </a:p>
          <a:p>
            <a:r>
              <a:rPr lang="en-US" sz="2200" dirty="0"/>
              <a:t>Working principles of </a:t>
            </a:r>
            <a:r>
              <a:rPr lang="en-US" sz="2200" dirty="0" err="1"/>
              <a:t>Dataframes</a:t>
            </a:r>
            <a:r>
              <a:rPr lang="en-US" sz="2200" dirty="0"/>
              <a:t> &amp; Jobs</a:t>
            </a:r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1CD0A-13AF-6BEA-32F0-04CE9D99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Engineering with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A21EC-EC3E-D0FA-CDB9-B872137B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478" y="1942935"/>
            <a:ext cx="10202591" cy="4355200"/>
          </a:xfrm>
        </p:spPr>
        <p:txBody>
          <a:bodyPr anchor="ctr">
            <a:normAutofit/>
          </a:bodyPr>
          <a:lstStyle/>
          <a:p>
            <a:endParaRPr lang="en-US" sz="1600" b="1" dirty="0">
              <a:highlight>
                <a:srgbClr val="FFFFFF"/>
              </a:highlight>
            </a:endParaRPr>
          </a:p>
          <a:p>
            <a:r>
              <a:rPr lang="en-US" sz="1600" dirty="0">
                <a:highlight>
                  <a:srgbClr val="FFFFFF"/>
                </a:highlight>
              </a:rPr>
              <a:t> The Databricks Runtime is a reliable and performance-optimized compute environment for running Spark workloads, including batch and streaming. Databricks Runtime provides Photon, a high-performance Databricks-native vectorized query engine, and various infrastructure optimizations like autoscaling. </a:t>
            </a:r>
          </a:p>
          <a:p>
            <a:endParaRPr lang="en-US" sz="1600" dirty="0">
              <a:highlight>
                <a:srgbClr val="FFFFFF"/>
              </a:highlight>
            </a:endParaRPr>
          </a:p>
          <a:p>
            <a:r>
              <a:rPr lang="en-US" sz="1600" dirty="0">
                <a:highlight>
                  <a:srgbClr val="FFFFFF"/>
                </a:highlight>
              </a:rPr>
              <a:t>You can run your Spark and Structured Streaming workloads on the Databricks Runtime by building your Spark programs as notebooks, JARs, or Python wheels.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D5AD4-9F36-F7A2-D973-EF701D96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/>
                <a:cs typeface="Calibri Light"/>
              </a:rPr>
              <a:t>Apache Spark with Databricks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9B0501-84F1-4609-E96B-48AC38BFD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highlight>
                  <a:srgbClr val="FFFFFF"/>
                </a:highlight>
              </a:rPr>
              <a:t>Apache Spark is at the heart of the Azure Databricks Data Intelligence Platform and is the technology powering compute clusters and SQL warehouses. </a:t>
            </a:r>
          </a:p>
          <a:p>
            <a:endParaRPr lang="en-US" sz="1600" dirty="0">
              <a:highlight>
                <a:srgbClr val="FFFFFF"/>
              </a:highlight>
            </a:endParaRPr>
          </a:p>
          <a:p>
            <a:r>
              <a:rPr lang="en-US" sz="1600" dirty="0">
                <a:highlight>
                  <a:srgbClr val="FFFFFF"/>
                </a:highlight>
              </a:rPr>
              <a:t>Azure Databricks is an optimized platform for Apache Spark that provides an efficient and simple platform for running Apache Spark workloads.</a:t>
            </a:r>
          </a:p>
          <a:p>
            <a:endParaRPr lang="en-US" sz="1600" dirty="0">
              <a:highlight>
                <a:srgbClr val="FFFFFF"/>
              </a:highlight>
            </a:endParaRPr>
          </a:p>
          <a:p>
            <a:r>
              <a:rPr lang="en-US" sz="1600" dirty="0"/>
              <a:t>Databricks continues to develop and release features to Apache Spark. The Databricks Runtime, which powers Azure Databricks, includes additional optimizations and proprietary features that build on and extend Apache Spark.</a:t>
            </a:r>
            <a:endParaRPr lang="en-US" sz="16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5410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5836F-94AA-AAEE-3F5E-FA2C4184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Azure Databricks Notebooks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151C14-8131-CD79-D1B9-1D0B6ACD2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highlight>
                  <a:srgbClr val="FFFFFF"/>
                </a:highlight>
              </a:rPr>
              <a:t>Notebooks are the primary tool for creating data science and machine learning workflows on Azure Databricks. </a:t>
            </a:r>
          </a:p>
          <a:p>
            <a:endParaRPr lang="en-US" sz="1600" dirty="0">
              <a:highlight>
                <a:srgbClr val="FFFFFF"/>
              </a:highlight>
            </a:endParaRPr>
          </a:p>
          <a:p>
            <a:r>
              <a:rPr lang="en-US" sz="1600" dirty="0">
                <a:highlight>
                  <a:srgbClr val="FFFFFF"/>
                </a:highlight>
              </a:rPr>
              <a:t>Databricks notebooks provide real-time coauthoring in multiple languages, automatic versioning, and built-in data visualizations for developing code and presenting results.</a:t>
            </a:r>
          </a:p>
        </p:txBody>
      </p:sp>
    </p:spTree>
    <p:extLst>
      <p:ext uri="{BB962C8B-B14F-4D97-AF65-F5344CB8AC3E}">
        <p14:creationId xmlns:p14="http://schemas.microsoft.com/office/powerpoint/2010/main" val="387701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595C4-11D6-B1AA-E07E-B83B85A1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>
                <a:ea typeface="Calibri Light"/>
                <a:cs typeface="Calibri Light"/>
              </a:rPr>
              <a:t>Overview on PySpark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21B7D-1D6C-D13F-8DDD-FF374375F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4993"/>
            <a:ext cx="10515600" cy="3831969"/>
          </a:xfrm>
        </p:spPr>
        <p:txBody>
          <a:bodyPr>
            <a:normAutofit/>
          </a:bodyPr>
          <a:lstStyle/>
          <a:p>
            <a:r>
              <a:rPr lang="en-US" sz="1600" dirty="0"/>
              <a:t>Azure Databricks is built on top of </a:t>
            </a:r>
            <a:r>
              <a:rPr lang="en-US" sz="1600" dirty="0">
                <a:hlinkClick r:id="rId2"/>
              </a:rPr>
              <a:t>Apache Spark</a:t>
            </a:r>
            <a:r>
              <a:rPr lang="en-US" sz="1600" dirty="0"/>
              <a:t>, a unified analytics engine for big data and machine learning. </a:t>
            </a:r>
          </a:p>
          <a:p>
            <a:endParaRPr lang="en-US" sz="1600" dirty="0"/>
          </a:p>
          <a:p>
            <a:r>
              <a:rPr lang="en-US" sz="1600" dirty="0"/>
              <a:t>PySpark helps you interface with Apache Spark using the Python programming language, which is a flexible language that is easy to learn, implement, and maintain. It also provides many options for </a:t>
            </a:r>
            <a:r>
              <a:rPr lang="en-US" sz="1600" dirty="0">
                <a:hlinkClick r:id="rId3"/>
              </a:rPr>
              <a:t>data visualization</a:t>
            </a:r>
            <a:r>
              <a:rPr lang="en-US" sz="1600" dirty="0"/>
              <a:t> in Databricks. </a:t>
            </a:r>
          </a:p>
          <a:p>
            <a:endParaRPr lang="en-US" sz="1600" dirty="0"/>
          </a:p>
          <a:p>
            <a:r>
              <a:rPr lang="en-US" sz="1600" dirty="0"/>
              <a:t>PySpark combines the power of Python and Apache Spark.</a:t>
            </a:r>
          </a:p>
        </p:txBody>
      </p:sp>
    </p:spTree>
    <p:extLst>
      <p:ext uri="{BB962C8B-B14F-4D97-AF65-F5344CB8AC3E}">
        <p14:creationId xmlns:p14="http://schemas.microsoft.com/office/powerpoint/2010/main" val="222758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A08-4B1A-B8B0-4A32-998EA056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Azure Databricks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9B5C4-2E3E-19B8-F219-1BB283E71AF3}"/>
              </a:ext>
            </a:extLst>
          </p:cNvPr>
          <p:cNvSpPr txBox="1"/>
          <p:nvPr/>
        </p:nvSpPr>
        <p:spPr>
          <a:xfrm>
            <a:off x="1091381" y="2274838"/>
            <a:ext cx="1026241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Dataframes</a:t>
            </a:r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DataFrames</a:t>
            </a:r>
            <a:r>
              <a:rPr lang="en-US" sz="1600" dirty="0"/>
              <a:t> are the primary objects in Apache Spark. A </a:t>
            </a:r>
            <a:r>
              <a:rPr lang="en-US" sz="1600" dirty="0" err="1"/>
              <a:t>DataFrame</a:t>
            </a:r>
            <a:r>
              <a:rPr lang="en-US" sz="1600" dirty="0"/>
              <a:t> is a dataset organized into named columns. You can think of a </a:t>
            </a:r>
            <a:r>
              <a:rPr lang="en-US" sz="1600" dirty="0" err="1"/>
              <a:t>DataFrame</a:t>
            </a:r>
            <a:r>
              <a:rPr lang="en-US" sz="1600" dirty="0"/>
              <a:t> like a spreadsheet or a SQL table, a two-dimensional labeled data structure of a series of records (similar to rows in a table) and columns of different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DataFrames</a:t>
            </a:r>
            <a:r>
              <a:rPr lang="en-US" sz="1600" dirty="0"/>
              <a:t> provide a rich set of functions (for example, select columns, filter, join, and aggregate) that allow you to perform common data manipulation and analysis tasks efficiently.</a:t>
            </a:r>
          </a:p>
        </p:txBody>
      </p:sp>
    </p:spTree>
    <p:extLst>
      <p:ext uri="{BB962C8B-B14F-4D97-AF65-F5344CB8AC3E}">
        <p14:creationId xmlns:p14="http://schemas.microsoft.com/office/powerpoint/2010/main" val="45716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2EE7-505B-D75C-41C9-2170C90E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Databricks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DC33-4756-BA4F-EDCD-D4E8AD68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456"/>
            <a:ext cx="10515600" cy="4624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 err="1"/>
              <a:t>DataFrames</a:t>
            </a:r>
            <a:r>
              <a:rPr lang="en-US" sz="1600" dirty="0"/>
              <a:t> are the primary objects in Apache Spark. A </a:t>
            </a:r>
            <a:r>
              <a:rPr lang="en-US" sz="1600" dirty="0" err="1"/>
              <a:t>DataFrame</a:t>
            </a:r>
            <a:r>
              <a:rPr lang="en-US" sz="1600" dirty="0"/>
              <a:t> is a dataset organized into named columns. </a:t>
            </a:r>
          </a:p>
          <a:p>
            <a:r>
              <a:rPr lang="en-US" sz="1600" dirty="0"/>
              <a:t>You can think of a </a:t>
            </a:r>
            <a:r>
              <a:rPr lang="en-US" sz="1600" dirty="0" err="1"/>
              <a:t>DataFrame</a:t>
            </a:r>
            <a:r>
              <a:rPr lang="en-US" sz="1600" dirty="0"/>
              <a:t> like a spreadsheet or a SQL table, a two-dimensional labeled data structure of a series of records (similar to rows in a table) and columns of different types. </a:t>
            </a:r>
          </a:p>
          <a:p>
            <a:r>
              <a:rPr lang="en-US" sz="1600" dirty="0" err="1"/>
              <a:t>DataFrames</a:t>
            </a:r>
            <a:r>
              <a:rPr lang="en-US" sz="1600" dirty="0"/>
              <a:t> provide a rich set of functions (for example, select columns, filter, join, and aggregate) that allow you to perform common data manipulation and analysis tasks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86369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Azure Data Engineering with Databricks 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Apache Spark with Databricks 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Azure Databricks Notebooks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Azure Databricks PySpark &amp; </a:t>
            </a:r>
            <a:r>
              <a:rPr lang="en-US" dirty="0" err="1">
                <a:ea typeface="Calibri"/>
                <a:cs typeface="Calibri"/>
              </a:rPr>
              <a:t>Dataframes</a:t>
            </a:r>
            <a:r>
              <a:rPr lang="en-US" dirty="0">
                <a:ea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505</TotalTime>
  <Words>513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2013 - 2022 Theme</vt:lpstr>
      <vt:lpstr>SQL Server Administration &amp; Azure Data Engineering</vt:lpstr>
      <vt:lpstr>Agenda</vt:lpstr>
      <vt:lpstr>Data Engineering with Databricks</vt:lpstr>
      <vt:lpstr>Apache Spark with Databricks</vt:lpstr>
      <vt:lpstr>Azure Databricks Notebooks </vt:lpstr>
      <vt:lpstr>Overview on PySpark</vt:lpstr>
      <vt:lpstr>Azure Databricks Components</vt:lpstr>
      <vt:lpstr>Azure Databricks Data Processing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599</cp:revision>
  <dcterms:created xsi:type="dcterms:W3CDTF">2026-04-11T17:33:10Z</dcterms:created>
  <dcterms:modified xsi:type="dcterms:W3CDTF">2026-04-24T21:54:38Z</dcterms:modified>
</cp:coreProperties>
</file>