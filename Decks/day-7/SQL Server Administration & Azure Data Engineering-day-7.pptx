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sldIdLst>
    <p:sldId id="283" r:id="rId2"/>
    <p:sldId id="257" r:id="rId3"/>
    <p:sldId id="258" r:id="rId4"/>
    <p:sldId id="260" r:id="rId5"/>
    <p:sldId id="261" r:id="rId6"/>
    <p:sldId id="262" r:id="rId7"/>
    <p:sldId id="264" r:id="rId8"/>
    <p:sldId id="265" r:id="rId9"/>
    <p:sldId id="266" r:id="rId10"/>
    <p:sldId id="267" r:id="rId11"/>
    <p:sldId id="269" r:id="rId12"/>
    <p:sldId id="284" r:id="rId13"/>
    <p:sldId id="280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9B40EAC-CC0A-5485-BCEE-37BDB29D673B}" v="625" dt="2026-04-12T15:19:31.891"/>
    <p1510:client id="{126C75FD-9A41-3249-608E-772329B48536}" v="830" dt="2026-04-14T10:02:26.744"/>
    <p1510:client id="{22D66706-7690-ACC8-E32C-921547D31D47}" v="2" dt="2026-04-13T12:37:38.606"/>
    <p1510:client id="{44FD2894-0480-9C1E-A647-D0E7979760DA}" v="446" dt="2026-04-13T16:01:21.507"/>
    <p1510:client id="{8E12EF59-2A41-92D6-385B-F56135F5B8D7}" v="210" dt="2026-04-12T17:52:18.371"/>
    <p1510:client id="{9927AD77-2696-5238-F9B1-88B863DA5C57}" v="278" dt="2026-04-14T09:47:33.089"/>
    <p1510:client id="{E5DF0B76-E98F-2D85-D1E5-931E795B41E8}" v="1505" dt="2026-04-12T17:04:41.141"/>
    <p1510:client id="{E896230E-595A-DF97-A919-F4C2974567C3}" v="185" dt="2026-04-13T15:16:48.34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5" d="100"/>
          <a:sy n="65" d="100"/>
        </p:scale>
        <p:origin x="91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D1EADE-8E88-4C7C-8AC5-FB148DE4940E}" type="datetime1">
              <a:rPr lang="en-US" smtClean="0"/>
              <a:t>4/24/2026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81282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7B6794-849E-4626-908B-D15793550EFB}" type="datetime1">
              <a:rPr lang="en-US" smtClean="0"/>
              <a:t>4/24/2026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10521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B64E7-5594-42A3-ADBF-E95A7ACEAD64}" type="datetime1">
              <a:rPr lang="en-US" smtClean="0"/>
              <a:t>4/24/2026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53848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462B0B-D248-4FFB-8695-AD7FA4B1284A}" type="datetime1">
              <a:rPr lang="en-US" smtClean="0"/>
              <a:t>4/24/2026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91337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378EFB-9159-4510-B73F-4F0409ADE937}" type="datetime1">
              <a:rPr lang="en-US" smtClean="0"/>
              <a:t>4/24/2026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8803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BC9412-2452-4BED-A324-9D8C115361AD}" type="datetime1">
              <a:rPr lang="en-US" smtClean="0"/>
              <a:t>4/24/2026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12675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318F62-D251-40E8-A23C-F4CFE9FEAB41}" type="datetime1">
              <a:rPr lang="en-US" smtClean="0"/>
              <a:t>4/24/2026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8457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76144-149E-4874-93A5-554A0357CF82}" type="datetime1">
              <a:rPr lang="en-US" smtClean="0"/>
              <a:t>4/24/2026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5275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BA65D8-0540-4835-AE5C-25D29DBA01BE}" type="datetime1">
              <a:rPr lang="en-US" smtClean="0"/>
              <a:t>4/24/2026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22652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3C8B9C-477D-492A-96AD-1FC2CC997A73}" type="datetime1">
              <a:rPr lang="en-US" smtClean="0"/>
              <a:t>4/24/2026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24296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D3AED5-E26D-4E29-B1B3-7847B6779594}" type="datetime1">
              <a:rPr lang="en-US" smtClean="0"/>
              <a:t>4/24/2026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50019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31BA835-12AC-4E8F-955A-EA3F4DE2791F}" type="datetime1">
              <a:rPr lang="en-US" smtClean="0"/>
              <a:t>4/24/2026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26423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learn.microsoft.com/en-us/troubleshoot/sql/database-engine/performance/troubleshoot-entire-sqlserver-slow" TargetMode="External"/><Relationship Id="rId2" Type="http://schemas.openxmlformats.org/officeDocument/2006/relationships/hyperlink" Target="https://learn.microsoft.com/en-us/troubleshoot/sql/database-engine/performance/troubleshoot-high-cpu-usage-issues" TargetMode="Externa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https://learn.microsoft.com/en-us/answers/questions/1350787/how-to-identify-slow-running-queries-in-sql-server" TargetMode="Externa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hyperlink" Target="https://learn.microsoft.com/en-us/sql/relational-databases/performance/tune-performance-with-the-query-store?view=sql-server-ver17" TargetMode="Externa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quest.com/products/foglight-for-sql-server/" TargetMode="Externa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learn.microsoft.com/en-us/azure/azure-sql/database/query-performance-insight-use?view=azuresql" TargetMode="External"/><Relationship Id="rId2" Type="http://schemas.openxmlformats.org/officeDocument/2006/relationships/hyperlink" Target="https://learn.microsoft.com/en-us/azure/azure-sql/database-watcher-overview?view=azuresql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svg"/><Relationship Id="rId4" Type="http://schemas.openxmlformats.org/officeDocument/2006/relationships/hyperlink" Target="https://learn.microsoft.com/en-us/sql/relational-databases/performance/monitoring-performance-by-using-the-query-store?view=sql-server-ver17" TargetMode="Externa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learn.microsoft.com/en-us/azure/azure-sql/database/monitor-tune-overview?view=azuresql" TargetMode="External"/><Relationship Id="rId2" Type="http://schemas.openxmlformats.org/officeDocument/2006/relationships/hyperlink" Target="https://learn.microsoft.com/en-us/azure/azure-sql/database/database-advisor-implement-performance-recommendations?view=azuresql" TargetMode="Externa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6F670B7-BE47-7E35-0D27-0BAB2C5610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68219B7A-2A46-EAB6-DB28-580FA3519F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92BC140-2EEB-8EEA-E87E-6A111266ED2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0666" b="-1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11" name="Graphic 1">
            <a:extLst>
              <a:ext uri="{FF2B5EF4-FFF2-40B4-BE49-F238E27FC236}">
                <a16:creationId xmlns:a16="http://schemas.microsoft.com/office/drawing/2014/main" id="{83B80ED1-C27B-6D48-B5D8-A825BB88C9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V="1">
            <a:off x="2655438" y="838201"/>
            <a:ext cx="7098161" cy="4549051"/>
          </a:xfrm>
          <a:custGeom>
            <a:avLst/>
            <a:gdLst>
              <a:gd name="connsiteX0" fmla="*/ 5458905 w 6886274"/>
              <a:gd name="connsiteY0" fmla="*/ 754119 h 5025119"/>
              <a:gd name="connsiteX1" fmla="*/ 3455557 w 6886274"/>
              <a:gd name="connsiteY1" fmla="*/ 1027709 h 5025119"/>
              <a:gd name="connsiteX2" fmla="*/ 3338677 w 6886274"/>
              <a:gd name="connsiteY2" fmla="*/ 1021381 h 5025119"/>
              <a:gd name="connsiteX3" fmla="*/ 2518280 w 6886274"/>
              <a:gd name="connsiteY3" fmla="*/ 980435 h 5025119"/>
              <a:gd name="connsiteX4" fmla="*/ 1673687 w 6886274"/>
              <a:gd name="connsiteY4" fmla="*/ 739229 h 5025119"/>
              <a:gd name="connsiteX5" fmla="*/ 1183459 w 6886274"/>
              <a:gd name="connsiteY5" fmla="*/ 397149 h 5025119"/>
              <a:gd name="connsiteX6" fmla="*/ 977987 w 6886274"/>
              <a:gd name="connsiteY6" fmla="*/ 241184 h 5025119"/>
              <a:gd name="connsiteX7" fmla="*/ 788150 w 6886274"/>
              <a:gd name="connsiteY7" fmla="*/ 66980 h 5025119"/>
              <a:gd name="connsiteX8" fmla="*/ 721148 w 6886274"/>
              <a:gd name="connsiteY8" fmla="*/ 31990 h 5025119"/>
              <a:gd name="connsiteX9" fmla="*/ 701792 w 6886274"/>
              <a:gd name="connsiteY9" fmla="*/ 32362 h 5025119"/>
              <a:gd name="connsiteX10" fmla="*/ 686530 w 6886274"/>
              <a:gd name="connsiteY10" fmla="*/ 43157 h 5025119"/>
              <a:gd name="connsiteX11" fmla="*/ 693603 w 6886274"/>
              <a:gd name="connsiteY11" fmla="*/ 58046 h 5025119"/>
              <a:gd name="connsiteX12" fmla="*/ 705886 w 6886274"/>
              <a:gd name="connsiteY12" fmla="*/ 65491 h 5025119"/>
              <a:gd name="connsiteX13" fmla="*/ 762838 w 6886274"/>
              <a:gd name="connsiteY13" fmla="*/ 112764 h 5025119"/>
              <a:gd name="connsiteX14" fmla="*/ 764327 w 6886274"/>
              <a:gd name="connsiteY14" fmla="*/ 140309 h 5025119"/>
              <a:gd name="connsiteX15" fmla="*/ 775121 w 6886274"/>
              <a:gd name="connsiteY15" fmla="*/ 159666 h 5025119"/>
              <a:gd name="connsiteX16" fmla="*/ 823139 w 6886274"/>
              <a:gd name="connsiteY16" fmla="*/ 176416 h 5025119"/>
              <a:gd name="connsiteX17" fmla="*/ 707748 w 6886274"/>
              <a:gd name="connsiteY17" fmla="*/ 109414 h 5025119"/>
              <a:gd name="connsiteX18" fmla="*/ 681319 w 6886274"/>
              <a:gd name="connsiteY18" fmla="*/ 69958 h 5025119"/>
              <a:gd name="connsiteX19" fmla="*/ 640746 w 6886274"/>
              <a:gd name="connsiteY19" fmla="*/ 67352 h 5025119"/>
              <a:gd name="connsiteX20" fmla="*/ 614318 w 6886274"/>
              <a:gd name="connsiteY20" fmla="*/ 61396 h 5025119"/>
              <a:gd name="connsiteX21" fmla="*/ 560716 w 6886274"/>
              <a:gd name="connsiteY21" fmla="*/ 3701 h 5025119"/>
              <a:gd name="connsiteX22" fmla="*/ 540616 w 6886274"/>
              <a:gd name="connsiteY22" fmla="*/ 3701 h 5025119"/>
              <a:gd name="connsiteX23" fmla="*/ 543594 w 6886274"/>
              <a:gd name="connsiteY23" fmla="*/ 21940 h 5025119"/>
              <a:gd name="connsiteX24" fmla="*/ 558855 w 6886274"/>
              <a:gd name="connsiteY24" fmla="*/ 51346 h 5025119"/>
              <a:gd name="connsiteX25" fmla="*/ 557366 w 6886274"/>
              <a:gd name="connsiteY25" fmla="*/ 72563 h 5025119"/>
              <a:gd name="connsiteX26" fmla="*/ 570022 w 6886274"/>
              <a:gd name="connsiteY26" fmla="*/ 120209 h 5025119"/>
              <a:gd name="connsiteX27" fmla="*/ 599801 w 6886274"/>
              <a:gd name="connsiteY27" fmla="*/ 192794 h 5025119"/>
              <a:gd name="connsiteX28" fmla="*/ 614318 w 6886274"/>
              <a:gd name="connsiteY28" fmla="*/ 212150 h 5025119"/>
              <a:gd name="connsiteX29" fmla="*/ 623996 w 6886274"/>
              <a:gd name="connsiteY29" fmla="*/ 220711 h 5025119"/>
              <a:gd name="connsiteX30" fmla="*/ 821278 w 6886274"/>
              <a:gd name="connsiteY30" fmla="*/ 503235 h 5025119"/>
              <a:gd name="connsiteX31" fmla="*/ 1033822 w 6886274"/>
              <a:gd name="connsiteY31" fmla="*/ 694562 h 5025119"/>
              <a:gd name="connsiteX32" fmla="*/ 1039406 w 6886274"/>
              <a:gd name="connsiteY32" fmla="*/ 702378 h 5025119"/>
              <a:gd name="connsiteX33" fmla="*/ 944114 w 6886274"/>
              <a:gd name="connsiteY33" fmla="*/ 662550 h 5025119"/>
              <a:gd name="connsiteX34" fmla="*/ 733432 w 6886274"/>
              <a:gd name="connsiteY34" fmla="*/ 500629 h 5025119"/>
              <a:gd name="connsiteX35" fmla="*/ 606501 w 6886274"/>
              <a:gd name="connsiteY35" fmla="*/ 399755 h 5025119"/>
              <a:gd name="connsiteX36" fmla="*/ 588634 w 6886274"/>
              <a:gd name="connsiteY36" fmla="*/ 381143 h 5025119"/>
              <a:gd name="connsiteX37" fmla="*/ 575978 w 6886274"/>
              <a:gd name="connsiteY37" fmla="*/ 375560 h 5025119"/>
              <a:gd name="connsiteX38" fmla="*/ 567044 w 6886274"/>
              <a:gd name="connsiteY38" fmla="*/ 388588 h 5025119"/>
              <a:gd name="connsiteX39" fmla="*/ 578956 w 6886274"/>
              <a:gd name="connsiteY39" fmla="*/ 437722 h 5025119"/>
              <a:gd name="connsiteX40" fmla="*/ 675736 w 6886274"/>
              <a:gd name="connsiteY40" fmla="*/ 535619 h 5025119"/>
              <a:gd name="connsiteX41" fmla="*/ 811600 w 6886274"/>
              <a:gd name="connsiteY41" fmla="*/ 652872 h 5025119"/>
              <a:gd name="connsiteX42" fmla="*/ 818300 w 6886274"/>
              <a:gd name="connsiteY42" fmla="*/ 666272 h 5025119"/>
              <a:gd name="connsiteX43" fmla="*/ 741621 w 6886274"/>
              <a:gd name="connsiteY43" fmla="*/ 608576 h 5025119"/>
              <a:gd name="connsiteX44" fmla="*/ 666430 w 6886274"/>
              <a:gd name="connsiteY44" fmla="*/ 553114 h 5025119"/>
              <a:gd name="connsiteX45" fmla="*/ 645585 w 6886274"/>
              <a:gd name="connsiteY45" fmla="*/ 547903 h 5025119"/>
              <a:gd name="connsiteX46" fmla="*/ 640002 w 6886274"/>
              <a:gd name="connsiteY46" fmla="*/ 570236 h 5025119"/>
              <a:gd name="connsiteX47" fmla="*/ 675736 w 6886274"/>
              <a:gd name="connsiteY47" fmla="*/ 628677 h 5025119"/>
              <a:gd name="connsiteX48" fmla="*/ 855896 w 6886274"/>
              <a:gd name="connsiteY48" fmla="*/ 786875 h 5025119"/>
              <a:gd name="connsiteX49" fmla="*/ 946348 w 6886274"/>
              <a:gd name="connsiteY49" fmla="*/ 877699 h 5025119"/>
              <a:gd name="connsiteX50" fmla="*/ 950442 w 6886274"/>
              <a:gd name="connsiteY50" fmla="*/ 899661 h 5025119"/>
              <a:gd name="connsiteX51" fmla="*/ 991760 w 6886274"/>
              <a:gd name="connsiteY51" fmla="*/ 937629 h 5025119"/>
              <a:gd name="connsiteX52" fmla="*/ 1018188 w 6886274"/>
              <a:gd name="connsiteY52" fmla="*/ 945445 h 5025119"/>
              <a:gd name="connsiteX53" fmla="*/ 1315601 w 6886274"/>
              <a:gd name="connsiteY53" fmla="*/ 1196329 h 5025119"/>
              <a:gd name="connsiteX54" fmla="*/ 1454443 w 6886274"/>
              <a:gd name="connsiteY54" fmla="*/ 1279709 h 5025119"/>
              <a:gd name="connsiteX55" fmla="*/ 1454443 w 6886274"/>
              <a:gd name="connsiteY55" fmla="*/ 1285665 h 5025119"/>
              <a:gd name="connsiteX56" fmla="*/ 1453327 w 6886274"/>
              <a:gd name="connsiteY56" fmla="*/ 1291993 h 5025119"/>
              <a:gd name="connsiteX57" fmla="*/ 1256416 w 6886274"/>
              <a:gd name="connsiteY57" fmla="*/ 1166923 h 5025119"/>
              <a:gd name="connsiteX58" fmla="*/ 745715 w 6886274"/>
              <a:gd name="connsiteY58" fmla="*/ 798786 h 5025119"/>
              <a:gd name="connsiteX59" fmla="*/ 592356 w 6886274"/>
              <a:gd name="connsiteY59" fmla="*/ 656966 h 5025119"/>
              <a:gd name="connsiteX60" fmla="*/ 485526 w 6886274"/>
              <a:gd name="connsiteY60" fmla="*/ 567259 h 5025119"/>
              <a:gd name="connsiteX61" fmla="*/ 430063 w 6886274"/>
              <a:gd name="connsiteY61" fmla="*/ 550136 h 5025119"/>
              <a:gd name="connsiteX62" fmla="*/ 408846 w 6886274"/>
              <a:gd name="connsiteY62" fmla="*/ 563164 h 5025119"/>
              <a:gd name="connsiteX63" fmla="*/ 421130 w 6886274"/>
              <a:gd name="connsiteY63" fmla="*/ 581403 h 5025119"/>
              <a:gd name="connsiteX64" fmla="*/ 426713 w 6886274"/>
              <a:gd name="connsiteY64" fmla="*/ 584009 h 5025119"/>
              <a:gd name="connsiteX65" fmla="*/ 487015 w 6886274"/>
              <a:gd name="connsiteY65" fmla="*/ 635005 h 5025119"/>
              <a:gd name="connsiteX66" fmla="*/ 487015 w 6886274"/>
              <a:gd name="connsiteY66" fmla="*/ 655105 h 5025119"/>
              <a:gd name="connsiteX67" fmla="*/ 497437 w 6886274"/>
              <a:gd name="connsiteY67" fmla="*/ 678183 h 5025119"/>
              <a:gd name="connsiteX68" fmla="*/ 539871 w 6886274"/>
              <a:gd name="connsiteY68" fmla="*/ 691584 h 5025119"/>
              <a:gd name="connsiteX69" fmla="*/ 485898 w 6886274"/>
              <a:gd name="connsiteY69" fmla="*/ 681906 h 5025119"/>
              <a:gd name="connsiteX70" fmla="*/ 410335 w 6886274"/>
              <a:gd name="connsiteY70" fmla="*/ 600387 h 5025119"/>
              <a:gd name="connsiteX71" fmla="*/ 397307 w 6886274"/>
              <a:gd name="connsiteY71" fmla="*/ 582892 h 5025119"/>
              <a:gd name="connsiteX72" fmla="*/ 363062 w 6886274"/>
              <a:gd name="connsiteY72" fmla="*/ 584009 h 5025119"/>
              <a:gd name="connsiteX73" fmla="*/ 334772 w 6886274"/>
              <a:gd name="connsiteY73" fmla="*/ 578426 h 5025119"/>
              <a:gd name="connsiteX74" fmla="*/ 281915 w 6886274"/>
              <a:gd name="connsiteY74" fmla="*/ 522219 h 5025119"/>
              <a:gd name="connsiteX75" fmla="*/ 263304 w 6886274"/>
              <a:gd name="connsiteY75" fmla="*/ 521846 h 5025119"/>
              <a:gd name="connsiteX76" fmla="*/ 263676 w 6886274"/>
              <a:gd name="connsiteY76" fmla="*/ 538225 h 5025119"/>
              <a:gd name="connsiteX77" fmla="*/ 275215 w 6886274"/>
              <a:gd name="connsiteY77" fmla="*/ 563164 h 5025119"/>
              <a:gd name="connsiteX78" fmla="*/ 271121 w 6886274"/>
              <a:gd name="connsiteY78" fmla="*/ 604854 h 5025119"/>
              <a:gd name="connsiteX79" fmla="*/ 274471 w 6886274"/>
              <a:gd name="connsiteY79" fmla="*/ 627560 h 5025119"/>
              <a:gd name="connsiteX80" fmla="*/ 319138 w 6886274"/>
              <a:gd name="connsiteY80" fmla="*/ 718012 h 5025119"/>
              <a:gd name="connsiteX81" fmla="*/ 326583 w 6886274"/>
              <a:gd name="connsiteY81" fmla="*/ 729551 h 5025119"/>
              <a:gd name="connsiteX82" fmla="*/ 349289 w 6886274"/>
              <a:gd name="connsiteY82" fmla="*/ 748163 h 5025119"/>
              <a:gd name="connsiteX83" fmla="*/ 528332 w 6886274"/>
              <a:gd name="connsiteY83" fmla="*/ 1007608 h 5025119"/>
              <a:gd name="connsiteX84" fmla="*/ 766932 w 6886274"/>
              <a:gd name="connsiteY84" fmla="*/ 1222758 h 5025119"/>
              <a:gd name="connsiteX85" fmla="*/ 681319 w 6886274"/>
              <a:gd name="connsiteY85" fmla="*/ 1190746 h 5025119"/>
              <a:gd name="connsiteX86" fmla="*/ 469520 w 6886274"/>
              <a:gd name="connsiteY86" fmla="*/ 1032920 h 5025119"/>
              <a:gd name="connsiteX87" fmla="*/ 325466 w 6886274"/>
              <a:gd name="connsiteY87" fmla="*/ 917900 h 5025119"/>
              <a:gd name="connsiteX88" fmla="*/ 312066 w 6886274"/>
              <a:gd name="connsiteY88" fmla="*/ 903383 h 5025119"/>
              <a:gd name="connsiteX89" fmla="*/ 296805 w 6886274"/>
              <a:gd name="connsiteY89" fmla="*/ 895566 h 5025119"/>
              <a:gd name="connsiteX90" fmla="*/ 288243 w 6886274"/>
              <a:gd name="connsiteY90" fmla="*/ 910828 h 5025119"/>
              <a:gd name="connsiteX91" fmla="*/ 309460 w 6886274"/>
              <a:gd name="connsiteY91" fmla="*/ 971129 h 5025119"/>
              <a:gd name="connsiteX92" fmla="*/ 407729 w 6886274"/>
              <a:gd name="connsiteY92" fmla="*/ 1062698 h 5025119"/>
              <a:gd name="connsiteX93" fmla="*/ 544338 w 6886274"/>
              <a:gd name="connsiteY93" fmla="*/ 1189257 h 5025119"/>
              <a:gd name="connsiteX94" fmla="*/ 454630 w 6886274"/>
              <a:gd name="connsiteY94" fmla="*/ 1120766 h 5025119"/>
              <a:gd name="connsiteX95" fmla="*/ 385396 w 6886274"/>
              <a:gd name="connsiteY95" fmla="*/ 1070515 h 5025119"/>
              <a:gd name="connsiteX96" fmla="*/ 366040 w 6886274"/>
              <a:gd name="connsiteY96" fmla="*/ 1067537 h 5025119"/>
              <a:gd name="connsiteX97" fmla="*/ 361573 w 6886274"/>
              <a:gd name="connsiteY97" fmla="*/ 1086149 h 5025119"/>
              <a:gd name="connsiteX98" fmla="*/ 402146 w 6886274"/>
              <a:gd name="connsiteY98" fmla="*/ 1152778 h 5025119"/>
              <a:gd name="connsiteX99" fmla="*/ 475475 w 6886274"/>
              <a:gd name="connsiteY99" fmla="*/ 1218663 h 5025119"/>
              <a:gd name="connsiteX100" fmla="*/ 393957 w 6886274"/>
              <a:gd name="connsiteY100" fmla="*/ 1201913 h 5025119"/>
              <a:gd name="connsiteX101" fmla="*/ 460586 w 6886274"/>
              <a:gd name="connsiteY101" fmla="*/ 1260353 h 5025119"/>
              <a:gd name="connsiteX102" fmla="*/ 561089 w 6886274"/>
              <a:gd name="connsiteY102" fmla="*/ 1291993 h 5025119"/>
              <a:gd name="connsiteX103" fmla="*/ 602034 w 6886274"/>
              <a:gd name="connsiteY103" fmla="*/ 1328843 h 5025119"/>
              <a:gd name="connsiteX104" fmla="*/ 641863 w 6886274"/>
              <a:gd name="connsiteY104" fmla="*/ 1368672 h 5025119"/>
              <a:gd name="connsiteX105" fmla="*/ 651541 w 6886274"/>
              <a:gd name="connsiteY105" fmla="*/ 1404406 h 5025119"/>
              <a:gd name="connsiteX106" fmla="*/ 688392 w 6886274"/>
              <a:gd name="connsiteY106" fmla="*/ 1457263 h 5025119"/>
              <a:gd name="connsiteX107" fmla="*/ 692486 w 6886274"/>
              <a:gd name="connsiteY107" fmla="*/ 1458008 h 5025119"/>
              <a:gd name="connsiteX108" fmla="*/ 719287 w 6886274"/>
              <a:gd name="connsiteY108" fmla="*/ 1485181 h 5025119"/>
              <a:gd name="connsiteX109" fmla="*/ 745343 w 6886274"/>
              <a:gd name="connsiteY109" fmla="*/ 1512353 h 5025119"/>
              <a:gd name="connsiteX110" fmla="*/ 750926 w 6886274"/>
              <a:gd name="connsiteY110" fmla="*/ 1516448 h 5025119"/>
              <a:gd name="connsiteX111" fmla="*/ 890141 w 6886274"/>
              <a:gd name="connsiteY111" fmla="*/ 1685813 h 5025119"/>
              <a:gd name="connsiteX112" fmla="*/ 899074 w 6886274"/>
              <a:gd name="connsiteY112" fmla="*/ 1693630 h 5025119"/>
              <a:gd name="connsiteX113" fmla="*/ 605012 w 6886274"/>
              <a:gd name="connsiteY113" fmla="*/ 1669435 h 5025119"/>
              <a:gd name="connsiteX114" fmla="*/ 229431 w 6886274"/>
              <a:gd name="connsiteY114" fmla="*/ 1545110 h 5025119"/>
              <a:gd name="connsiteX115" fmla="*/ 251765 w 6886274"/>
              <a:gd name="connsiteY115" fmla="*/ 1614717 h 5025119"/>
              <a:gd name="connsiteX116" fmla="*/ 237992 w 6886274"/>
              <a:gd name="connsiteY116" fmla="*/ 1675391 h 5025119"/>
              <a:gd name="connsiteX117" fmla="*/ 232781 w 6886274"/>
              <a:gd name="connsiteY117" fmla="*/ 1807160 h 5025119"/>
              <a:gd name="connsiteX118" fmla="*/ 236131 w 6886274"/>
              <a:gd name="connsiteY118" fmla="*/ 1828750 h 5025119"/>
              <a:gd name="connsiteX119" fmla="*/ 152007 w 6886274"/>
              <a:gd name="connsiteY119" fmla="*/ 1842150 h 5025119"/>
              <a:gd name="connsiteX120" fmla="*/ 653030 w 6886274"/>
              <a:gd name="connsiteY120" fmla="*/ 2213265 h 5025119"/>
              <a:gd name="connsiteX121" fmla="*/ 318394 w 6886274"/>
              <a:gd name="connsiteY121" fmla="*/ 2143285 h 5025119"/>
              <a:gd name="connsiteX122" fmla="*/ 272982 w 6886274"/>
              <a:gd name="connsiteY122" fmla="*/ 2258305 h 5025119"/>
              <a:gd name="connsiteX123" fmla="*/ 430435 w 6886274"/>
              <a:gd name="connsiteY123" fmla="*/ 2360668 h 5025119"/>
              <a:gd name="connsiteX124" fmla="*/ 488876 w 6886274"/>
              <a:gd name="connsiteY124" fmla="*/ 2563162 h 5025119"/>
              <a:gd name="connsiteX125" fmla="*/ 460586 w 6886274"/>
              <a:gd name="connsiteY125" fmla="*/ 2748533 h 5025119"/>
              <a:gd name="connsiteX126" fmla="*/ 393212 w 6886274"/>
              <a:gd name="connsiteY126" fmla="*/ 2807345 h 5025119"/>
              <a:gd name="connsiteX127" fmla="*/ 295688 w 6886274"/>
              <a:gd name="connsiteY127" fmla="*/ 2913059 h 5025119"/>
              <a:gd name="connsiteX128" fmla="*/ 235386 w 6886274"/>
              <a:gd name="connsiteY128" fmla="*/ 2978572 h 5025119"/>
              <a:gd name="connsiteX129" fmla="*/ 25448 w 6886274"/>
              <a:gd name="connsiteY129" fmla="*/ 2952888 h 5025119"/>
              <a:gd name="connsiteX130" fmla="*/ 305738 w 6886274"/>
              <a:gd name="connsiteY130" fmla="*/ 3119275 h 5025119"/>
              <a:gd name="connsiteX131" fmla="*/ 79049 w 6886274"/>
              <a:gd name="connsiteY131" fmla="*/ 3098430 h 5025119"/>
              <a:gd name="connsiteX132" fmla="*/ 4975 w 6886274"/>
              <a:gd name="connsiteY132" fmla="*/ 3109969 h 5025119"/>
              <a:gd name="connsiteX133" fmla="*/ 47037 w 6886274"/>
              <a:gd name="connsiteY133" fmla="*/ 3163943 h 5025119"/>
              <a:gd name="connsiteX134" fmla="*/ 213425 w 6886274"/>
              <a:gd name="connsiteY134" fmla="*/ 3255139 h 5025119"/>
              <a:gd name="connsiteX135" fmla="*/ 556622 w 6886274"/>
              <a:gd name="connsiteY135" fmla="*/ 3502301 h 5025119"/>
              <a:gd name="connsiteX136" fmla="*/ 224592 w 6886274"/>
              <a:gd name="connsiteY136" fmla="*/ 3388771 h 5025119"/>
              <a:gd name="connsiteX137" fmla="*/ 574861 w 6886274"/>
              <a:gd name="connsiteY137" fmla="*/ 3643004 h 5025119"/>
              <a:gd name="connsiteX138" fmla="*/ 652657 w 6886274"/>
              <a:gd name="connsiteY138" fmla="*/ 3727501 h 5025119"/>
              <a:gd name="connsiteX139" fmla="*/ 810111 w 6886274"/>
              <a:gd name="connsiteY139" fmla="*/ 3937067 h 5025119"/>
              <a:gd name="connsiteX140" fmla="*/ 802294 w 6886274"/>
              <a:gd name="connsiteY140" fmla="*/ 3960890 h 5025119"/>
              <a:gd name="connsiteX141" fmla="*/ 620646 w 6886274"/>
              <a:gd name="connsiteY141" fmla="*/ 3927017 h 5025119"/>
              <a:gd name="connsiteX142" fmla="*/ 856268 w 6886274"/>
              <a:gd name="connsiteY142" fmla="*/ 4103082 h 5025119"/>
              <a:gd name="connsiteX143" fmla="*/ 1099707 w 6886274"/>
              <a:gd name="connsiteY143" fmla="*/ 4238574 h 5025119"/>
              <a:gd name="connsiteX144" fmla="*/ 926992 w 6886274"/>
              <a:gd name="connsiteY144" fmla="*/ 4218102 h 5025119"/>
              <a:gd name="connsiteX145" fmla="*/ 689508 w 6886274"/>
              <a:gd name="connsiteY145" fmla="*/ 4140677 h 5025119"/>
              <a:gd name="connsiteX146" fmla="*/ 606873 w 6886274"/>
              <a:gd name="connsiteY146" fmla="*/ 4169711 h 5025119"/>
              <a:gd name="connsiteX147" fmla="*/ 831701 w 6886274"/>
              <a:gd name="connsiteY147" fmla="*/ 4297759 h 5025119"/>
              <a:gd name="connsiteX148" fmla="*/ 960493 w 6886274"/>
              <a:gd name="connsiteY148" fmla="*/ 4356944 h 5025119"/>
              <a:gd name="connsiteX149" fmla="*/ 1012233 w 6886274"/>
              <a:gd name="connsiteY149" fmla="*/ 4402356 h 5025119"/>
              <a:gd name="connsiteX150" fmla="*/ 1159636 w 6886274"/>
              <a:gd name="connsiteY150" fmla="*/ 4564276 h 5025119"/>
              <a:gd name="connsiteX151" fmla="*/ 1592169 w 6886274"/>
              <a:gd name="connsiteY151" fmla="*/ 4741458 h 5025119"/>
              <a:gd name="connsiteX152" fmla="*/ 3110499 w 6886274"/>
              <a:gd name="connsiteY152" fmla="*/ 5032171 h 5025119"/>
              <a:gd name="connsiteX153" fmla="*/ 6033630 w 6886274"/>
              <a:gd name="connsiteY153" fmla="*/ 4091915 h 5025119"/>
              <a:gd name="connsiteX154" fmla="*/ 6180661 w 6886274"/>
              <a:gd name="connsiteY154" fmla="*/ 3957912 h 5025119"/>
              <a:gd name="connsiteX155" fmla="*/ 6305359 w 6886274"/>
              <a:gd name="connsiteY155" fmla="*/ 3837309 h 5025119"/>
              <a:gd name="connsiteX156" fmla="*/ 6240218 w 6886274"/>
              <a:gd name="connsiteY156" fmla="*/ 3796364 h 5025119"/>
              <a:gd name="connsiteX157" fmla="*/ 6328437 w 6886274"/>
              <a:gd name="connsiteY157" fmla="*/ 3681344 h 5025119"/>
              <a:gd name="connsiteX158" fmla="*/ 6608355 w 6886274"/>
              <a:gd name="connsiteY158" fmla="*/ 3326236 h 5025119"/>
              <a:gd name="connsiteX159" fmla="*/ 6731191 w 6886274"/>
              <a:gd name="connsiteY159" fmla="*/ 3248067 h 5025119"/>
              <a:gd name="connsiteX160" fmla="*/ 6880456 w 6886274"/>
              <a:gd name="connsiteY160" fmla="*/ 3051529 h 5025119"/>
              <a:gd name="connsiteX161" fmla="*/ 6901673 w 6886274"/>
              <a:gd name="connsiteY161" fmla="*/ 2763795 h 5025119"/>
              <a:gd name="connsiteX162" fmla="*/ 6871150 w 6886274"/>
              <a:gd name="connsiteY162" fmla="*/ 2948421 h 5025119"/>
              <a:gd name="connsiteX163" fmla="*/ 6848444 w 6886274"/>
              <a:gd name="connsiteY163" fmla="*/ 2890353 h 5025119"/>
              <a:gd name="connsiteX164" fmla="*/ 6878223 w 6886274"/>
              <a:gd name="connsiteY164" fmla="*/ 2873230 h 5025119"/>
              <a:gd name="connsiteX165" fmla="*/ 6762459 w 6886274"/>
              <a:gd name="connsiteY165" fmla="*/ 2568745 h 5025119"/>
              <a:gd name="connsiteX166" fmla="*/ 6673123 w 6886274"/>
              <a:gd name="connsiteY166" fmla="*/ 2451493 h 5025119"/>
              <a:gd name="connsiteX167" fmla="*/ 6662700 w 6886274"/>
              <a:gd name="connsiteY167" fmla="*/ 2346896 h 5025119"/>
              <a:gd name="connsiteX168" fmla="*/ 6487752 w 6886274"/>
              <a:gd name="connsiteY168" fmla="*/ 2285105 h 5025119"/>
              <a:gd name="connsiteX169" fmla="*/ 6652278 w 6886274"/>
              <a:gd name="connsiteY169" fmla="*/ 2063628 h 5025119"/>
              <a:gd name="connsiteX170" fmla="*/ 6668656 w 6886274"/>
              <a:gd name="connsiteY170" fmla="*/ 2017843 h 5025119"/>
              <a:gd name="connsiteX171" fmla="*/ 6570015 w 6886274"/>
              <a:gd name="connsiteY171" fmla="*/ 1854062 h 5025119"/>
              <a:gd name="connsiteX172" fmla="*/ 6554009 w 6886274"/>
              <a:gd name="connsiteY172" fmla="*/ 1827633 h 5025119"/>
              <a:gd name="connsiteX173" fmla="*/ 6517531 w 6886274"/>
              <a:gd name="connsiteY173" fmla="*/ 1775149 h 5025119"/>
              <a:gd name="connsiteX174" fmla="*/ 6412934 w 6886274"/>
              <a:gd name="connsiteY174" fmla="*/ 1762493 h 5025119"/>
              <a:gd name="connsiteX175" fmla="*/ 6467279 w 6886274"/>
              <a:gd name="connsiteY175" fmla="*/ 1725642 h 5025119"/>
              <a:gd name="connsiteX176" fmla="*/ 6572621 w 6886274"/>
              <a:gd name="connsiteY176" fmla="*/ 1600200 h 5025119"/>
              <a:gd name="connsiteX177" fmla="*/ 6502641 w 6886274"/>
              <a:gd name="connsiteY177" fmla="*/ 1480341 h 5025119"/>
              <a:gd name="connsiteX178" fmla="*/ 6481796 w 6886274"/>
              <a:gd name="connsiteY178" fmla="*/ 1461358 h 5025119"/>
              <a:gd name="connsiteX179" fmla="*/ 6509713 w 6886274"/>
              <a:gd name="connsiteY179" fmla="*/ 1436418 h 5025119"/>
              <a:gd name="connsiteX180" fmla="*/ 6567037 w 6886274"/>
              <a:gd name="connsiteY180" fmla="*/ 1348199 h 5025119"/>
              <a:gd name="connsiteX181" fmla="*/ 6596816 w 6886274"/>
              <a:gd name="connsiteY181" fmla="*/ 1286781 h 5025119"/>
              <a:gd name="connsiteX182" fmla="*/ 6632178 w 6886274"/>
              <a:gd name="connsiteY182" fmla="*/ 1261842 h 5025119"/>
              <a:gd name="connsiteX183" fmla="*/ 6639994 w 6886274"/>
              <a:gd name="connsiteY183" fmla="*/ 1240625 h 5025119"/>
              <a:gd name="connsiteX184" fmla="*/ 6622127 w 6886274"/>
              <a:gd name="connsiteY184" fmla="*/ 1136400 h 5025119"/>
              <a:gd name="connsiteX185" fmla="*/ 6612077 w 6886274"/>
              <a:gd name="connsiteY185" fmla="*/ 1109599 h 5025119"/>
              <a:gd name="connsiteX186" fmla="*/ 6531675 w 6886274"/>
              <a:gd name="connsiteY186" fmla="*/ 1009469 h 5025119"/>
              <a:gd name="connsiteX187" fmla="*/ 6456113 w 6886274"/>
              <a:gd name="connsiteY187" fmla="*/ 845315 h 5025119"/>
              <a:gd name="connsiteX188" fmla="*/ 6440851 w 6886274"/>
              <a:gd name="connsiteY188" fmla="*/ 739229 h 5025119"/>
              <a:gd name="connsiteX189" fmla="*/ 6434523 w 6886274"/>
              <a:gd name="connsiteY189" fmla="*/ 715034 h 5025119"/>
              <a:gd name="connsiteX190" fmla="*/ 6432290 w 6886274"/>
              <a:gd name="connsiteY190" fmla="*/ 617510 h 5025119"/>
              <a:gd name="connsiteX191" fmla="*/ 6416284 w 6886274"/>
              <a:gd name="connsiteY191" fmla="*/ 595176 h 5025119"/>
              <a:gd name="connsiteX192" fmla="*/ 6267763 w 6886274"/>
              <a:gd name="connsiteY192" fmla="*/ 591826 h 5025119"/>
              <a:gd name="connsiteX193" fmla="*/ 6236496 w 6886274"/>
              <a:gd name="connsiteY193" fmla="*/ 521102 h 5025119"/>
              <a:gd name="connsiteX194" fmla="*/ 6257341 w 6886274"/>
              <a:gd name="connsiteY194" fmla="*/ 487229 h 5025119"/>
              <a:gd name="connsiteX195" fmla="*/ 6248780 w 6886274"/>
              <a:gd name="connsiteY195" fmla="*/ 465267 h 5025119"/>
              <a:gd name="connsiteX196" fmla="*/ 6226818 w 6886274"/>
              <a:gd name="connsiteY196" fmla="*/ 473456 h 5025119"/>
              <a:gd name="connsiteX197" fmla="*/ 6115149 w 6886274"/>
              <a:gd name="connsiteY197" fmla="*/ 551625 h 5025119"/>
              <a:gd name="connsiteX198" fmla="*/ 5951739 w 6886274"/>
              <a:gd name="connsiteY198" fmla="*/ 659944 h 5025119"/>
              <a:gd name="connsiteX199" fmla="*/ 5917122 w 6886274"/>
              <a:gd name="connsiteY199" fmla="*/ 644310 h 5025119"/>
              <a:gd name="connsiteX200" fmla="*/ 5890694 w 6886274"/>
              <a:gd name="connsiteY200" fmla="*/ 630538 h 5025119"/>
              <a:gd name="connsiteX201" fmla="*/ 5837464 w 6886274"/>
              <a:gd name="connsiteY201" fmla="*/ 646916 h 5025119"/>
              <a:gd name="connsiteX202" fmla="*/ 5809175 w 6886274"/>
              <a:gd name="connsiteY202" fmla="*/ 683395 h 5025119"/>
              <a:gd name="connsiteX203" fmla="*/ 5815503 w 6886274"/>
              <a:gd name="connsiteY203" fmla="*/ 698656 h 5025119"/>
              <a:gd name="connsiteX204" fmla="*/ 5746268 w 6886274"/>
              <a:gd name="connsiteY204" fmla="*/ 667389 h 5025119"/>
              <a:gd name="connsiteX205" fmla="*/ 5458905 w 6886274"/>
              <a:gd name="connsiteY205" fmla="*/ 754119 h 5025119"/>
              <a:gd name="connsiteX206" fmla="*/ 885302 w 6886274"/>
              <a:gd name="connsiteY206" fmla="*/ 1333310 h 5025119"/>
              <a:gd name="connsiteX207" fmla="*/ 862596 w 6886274"/>
              <a:gd name="connsiteY207" fmla="*/ 1314326 h 5025119"/>
              <a:gd name="connsiteX208" fmla="*/ 866318 w 6886274"/>
              <a:gd name="connsiteY208" fmla="*/ 1309860 h 5025119"/>
              <a:gd name="connsiteX209" fmla="*/ 912103 w 6886274"/>
              <a:gd name="connsiteY209" fmla="*/ 1341127 h 5025119"/>
              <a:gd name="connsiteX210" fmla="*/ 885302 w 6886274"/>
              <a:gd name="connsiteY210" fmla="*/ 1333310 h 5025119"/>
              <a:gd name="connsiteX211" fmla="*/ 1140280 w 6886274"/>
              <a:gd name="connsiteY211" fmla="*/ 787619 h 5025119"/>
              <a:gd name="connsiteX212" fmla="*/ 1414987 w 6886274"/>
              <a:gd name="connsiteY212" fmla="*/ 975596 h 5025119"/>
              <a:gd name="connsiteX213" fmla="*/ 1410892 w 6886274"/>
              <a:gd name="connsiteY213" fmla="*/ 980063 h 5025119"/>
              <a:gd name="connsiteX214" fmla="*/ 1140280 w 6886274"/>
              <a:gd name="connsiteY214" fmla="*/ 787619 h 50251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</a:cxnLst>
            <a:rect l="l" t="t" r="r" b="b"/>
            <a:pathLst>
              <a:path w="6886274" h="5025119">
                <a:moveTo>
                  <a:pt x="5458905" y="754119"/>
                </a:moveTo>
                <a:cubicBezTo>
                  <a:pt x="5417216" y="775336"/>
                  <a:pt x="4594585" y="1111088"/>
                  <a:pt x="3455557" y="1027709"/>
                </a:cubicBezTo>
                <a:cubicBezTo>
                  <a:pt x="3415356" y="1024731"/>
                  <a:pt x="3377389" y="1022869"/>
                  <a:pt x="3338677" y="1021381"/>
                </a:cubicBezTo>
                <a:cubicBezTo>
                  <a:pt x="2996224" y="1006119"/>
                  <a:pt x="2660100" y="998674"/>
                  <a:pt x="2518280" y="980435"/>
                </a:cubicBezTo>
                <a:cubicBezTo>
                  <a:pt x="2407355" y="965918"/>
                  <a:pt x="1840075" y="843082"/>
                  <a:pt x="1673687" y="739229"/>
                </a:cubicBezTo>
                <a:cubicBezTo>
                  <a:pt x="1503578" y="632771"/>
                  <a:pt x="1343146" y="515146"/>
                  <a:pt x="1183459" y="397149"/>
                </a:cubicBezTo>
                <a:cubicBezTo>
                  <a:pt x="1114224" y="346153"/>
                  <a:pt x="1040522" y="299624"/>
                  <a:pt x="977987" y="241184"/>
                </a:cubicBezTo>
                <a:cubicBezTo>
                  <a:pt x="915453" y="182372"/>
                  <a:pt x="855896" y="121326"/>
                  <a:pt x="788150" y="66980"/>
                </a:cubicBezTo>
                <a:cubicBezTo>
                  <a:pt x="768794" y="51346"/>
                  <a:pt x="749438" y="34596"/>
                  <a:pt x="721148" y="31990"/>
                </a:cubicBezTo>
                <a:cubicBezTo>
                  <a:pt x="714820" y="31246"/>
                  <a:pt x="708120" y="31618"/>
                  <a:pt x="701792" y="32362"/>
                </a:cubicBezTo>
                <a:cubicBezTo>
                  <a:pt x="694720" y="33107"/>
                  <a:pt x="689136" y="36829"/>
                  <a:pt x="686530" y="43157"/>
                </a:cubicBezTo>
                <a:cubicBezTo>
                  <a:pt x="683925" y="50230"/>
                  <a:pt x="688392" y="54324"/>
                  <a:pt x="693603" y="58046"/>
                </a:cubicBezTo>
                <a:cubicBezTo>
                  <a:pt x="697325" y="60652"/>
                  <a:pt x="701047" y="64747"/>
                  <a:pt x="705886" y="65491"/>
                </a:cubicBezTo>
                <a:cubicBezTo>
                  <a:pt x="736782" y="69958"/>
                  <a:pt x="748321" y="92664"/>
                  <a:pt x="762838" y="112764"/>
                </a:cubicBezTo>
                <a:cubicBezTo>
                  <a:pt x="769166" y="121326"/>
                  <a:pt x="775866" y="128026"/>
                  <a:pt x="764327" y="140309"/>
                </a:cubicBezTo>
                <a:cubicBezTo>
                  <a:pt x="754277" y="151104"/>
                  <a:pt x="764699" y="156688"/>
                  <a:pt x="775121" y="159666"/>
                </a:cubicBezTo>
                <a:cubicBezTo>
                  <a:pt x="789638" y="163760"/>
                  <a:pt x="806761" y="163016"/>
                  <a:pt x="823139" y="176416"/>
                </a:cubicBezTo>
                <a:cubicBezTo>
                  <a:pt x="761721" y="177533"/>
                  <a:pt x="735665" y="142171"/>
                  <a:pt x="707748" y="109414"/>
                </a:cubicBezTo>
                <a:cubicBezTo>
                  <a:pt x="697325" y="97503"/>
                  <a:pt x="690253" y="83358"/>
                  <a:pt x="681319" y="69958"/>
                </a:cubicBezTo>
                <a:cubicBezTo>
                  <a:pt x="670152" y="53580"/>
                  <a:pt x="657124" y="52835"/>
                  <a:pt x="640746" y="67352"/>
                </a:cubicBezTo>
                <a:cubicBezTo>
                  <a:pt x="626229" y="80380"/>
                  <a:pt x="619157" y="79264"/>
                  <a:pt x="614318" y="61396"/>
                </a:cubicBezTo>
                <a:cubicBezTo>
                  <a:pt x="606873" y="33479"/>
                  <a:pt x="589750" y="13751"/>
                  <a:pt x="560716" y="3701"/>
                </a:cubicBezTo>
                <a:cubicBezTo>
                  <a:pt x="554388" y="1467"/>
                  <a:pt x="546572" y="-3372"/>
                  <a:pt x="540616" y="3701"/>
                </a:cubicBezTo>
                <a:cubicBezTo>
                  <a:pt x="535405" y="9656"/>
                  <a:pt x="539871" y="16729"/>
                  <a:pt x="543594" y="21940"/>
                </a:cubicBezTo>
                <a:cubicBezTo>
                  <a:pt x="550294" y="31246"/>
                  <a:pt x="556250" y="40179"/>
                  <a:pt x="558855" y="51346"/>
                </a:cubicBezTo>
                <a:cubicBezTo>
                  <a:pt x="560716" y="58791"/>
                  <a:pt x="562578" y="66980"/>
                  <a:pt x="557366" y="72563"/>
                </a:cubicBezTo>
                <a:cubicBezTo>
                  <a:pt x="535777" y="96386"/>
                  <a:pt x="551411" y="107553"/>
                  <a:pt x="570022" y="120209"/>
                </a:cubicBezTo>
                <a:cubicBezTo>
                  <a:pt x="595706" y="137332"/>
                  <a:pt x="605756" y="162643"/>
                  <a:pt x="599801" y="192794"/>
                </a:cubicBezTo>
                <a:cubicBezTo>
                  <a:pt x="597567" y="205078"/>
                  <a:pt x="599056" y="212522"/>
                  <a:pt x="614318" y="212150"/>
                </a:cubicBezTo>
                <a:cubicBezTo>
                  <a:pt x="620273" y="212150"/>
                  <a:pt x="621762" y="216245"/>
                  <a:pt x="623996" y="220711"/>
                </a:cubicBezTo>
                <a:cubicBezTo>
                  <a:pt x="671641" y="326053"/>
                  <a:pt x="740504" y="418366"/>
                  <a:pt x="821278" y="503235"/>
                </a:cubicBezTo>
                <a:cubicBezTo>
                  <a:pt x="886791" y="572098"/>
                  <a:pt x="959004" y="634260"/>
                  <a:pt x="1033822" y="694562"/>
                </a:cubicBezTo>
                <a:cubicBezTo>
                  <a:pt x="1036055" y="696423"/>
                  <a:pt x="1038289" y="698656"/>
                  <a:pt x="1039406" y="702378"/>
                </a:cubicBezTo>
                <a:cubicBezTo>
                  <a:pt x="1004044" y="694934"/>
                  <a:pt x="973521" y="679672"/>
                  <a:pt x="944114" y="662550"/>
                </a:cubicBezTo>
                <a:cubicBezTo>
                  <a:pt x="865946" y="617138"/>
                  <a:pt x="800061" y="558325"/>
                  <a:pt x="733432" y="500629"/>
                </a:cubicBezTo>
                <a:cubicBezTo>
                  <a:pt x="692858" y="465267"/>
                  <a:pt x="651169" y="431022"/>
                  <a:pt x="606501" y="399755"/>
                </a:cubicBezTo>
                <a:cubicBezTo>
                  <a:pt x="599056" y="394543"/>
                  <a:pt x="593845" y="387843"/>
                  <a:pt x="588634" y="381143"/>
                </a:cubicBezTo>
                <a:cubicBezTo>
                  <a:pt x="585656" y="377421"/>
                  <a:pt x="581934" y="374071"/>
                  <a:pt x="575978" y="375560"/>
                </a:cubicBezTo>
                <a:cubicBezTo>
                  <a:pt x="568533" y="377421"/>
                  <a:pt x="567789" y="383004"/>
                  <a:pt x="567044" y="388588"/>
                </a:cubicBezTo>
                <a:cubicBezTo>
                  <a:pt x="564811" y="406455"/>
                  <a:pt x="569650" y="422461"/>
                  <a:pt x="578956" y="437722"/>
                </a:cubicBezTo>
                <a:cubicBezTo>
                  <a:pt x="603151" y="476806"/>
                  <a:pt x="638885" y="506957"/>
                  <a:pt x="675736" y="535619"/>
                </a:cubicBezTo>
                <a:cubicBezTo>
                  <a:pt x="723381" y="572470"/>
                  <a:pt x="769538" y="610810"/>
                  <a:pt x="811600" y="652872"/>
                </a:cubicBezTo>
                <a:cubicBezTo>
                  <a:pt x="814578" y="655850"/>
                  <a:pt x="820161" y="657711"/>
                  <a:pt x="818300" y="666272"/>
                </a:cubicBezTo>
                <a:cubicBezTo>
                  <a:pt x="791872" y="646544"/>
                  <a:pt x="766932" y="627188"/>
                  <a:pt x="741621" y="608576"/>
                </a:cubicBezTo>
                <a:cubicBezTo>
                  <a:pt x="716681" y="589965"/>
                  <a:pt x="691369" y="571353"/>
                  <a:pt x="666430" y="553114"/>
                </a:cubicBezTo>
                <a:cubicBezTo>
                  <a:pt x="660474" y="548647"/>
                  <a:pt x="654146" y="542319"/>
                  <a:pt x="645585" y="547903"/>
                </a:cubicBezTo>
                <a:cubicBezTo>
                  <a:pt x="636652" y="553486"/>
                  <a:pt x="637768" y="562792"/>
                  <a:pt x="640002" y="570236"/>
                </a:cubicBezTo>
                <a:cubicBezTo>
                  <a:pt x="647074" y="592198"/>
                  <a:pt x="659358" y="611554"/>
                  <a:pt x="675736" y="628677"/>
                </a:cubicBezTo>
                <a:cubicBezTo>
                  <a:pt x="731570" y="685256"/>
                  <a:pt x="795966" y="734018"/>
                  <a:pt x="855896" y="786875"/>
                </a:cubicBezTo>
                <a:cubicBezTo>
                  <a:pt x="888280" y="815537"/>
                  <a:pt x="918058" y="846060"/>
                  <a:pt x="946348" y="877699"/>
                </a:cubicBezTo>
                <a:cubicBezTo>
                  <a:pt x="952676" y="884772"/>
                  <a:pt x="952303" y="891472"/>
                  <a:pt x="950442" y="899661"/>
                </a:cubicBezTo>
                <a:cubicBezTo>
                  <a:pt x="942998" y="932790"/>
                  <a:pt x="954537" y="943957"/>
                  <a:pt x="991760" y="937629"/>
                </a:cubicBezTo>
                <a:cubicBezTo>
                  <a:pt x="1003299" y="935767"/>
                  <a:pt x="1011116" y="937629"/>
                  <a:pt x="1018188" y="945445"/>
                </a:cubicBezTo>
                <a:cubicBezTo>
                  <a:pt x="1103802" y="1042225"/>
                  <a:pt x="1205048" y="1123744"/>
                  <a:pt x="1315601" y="1196329"/>
                </a:cubicBezTo>
                <a:cubicBezTo>
                  <a:pt x="1360641" y="1225735"/>
                  <a:pt x="1407170" y="1253653"/>
                  <a:pt x="1454443" y="1279709"/>
                </a:cubicBezTo>
                <a:cubicBezTo>
                  <a:pt x="1454443" y="1281570"/>
                  <a:pt x="1454443" y="1283804"/>
                  <a:pt x="1454443" y="1285665"/>
                </a:cubicBezTo>
                <a:cubicBezTo>
                  <a:pt x="1454071" y="1288270"/>
                  <a:pt x="1453699" y="1289759"/>
                  <a:pt x="1453327" y="1291993"/>
                </a:cubicBezTo>
                <a:cubicBezTo>
                  <a:pt x="1386697" y="1251792"/>
                  <a:pt x="1320812" y="1210474"/>
                  <a:pt x="1256416" y="1166923"/>
                </a:cubicBezTo>
                <a:cubicBezTo>
                  <a:pt x="1081840" y="1048926"/>
                  <a:pt x="915080" y="922367"/>
                  <a:pt x="745715" y="798786"/>
                </a:cubicBezTo>
                <a:cubicBezTo>
                  <a:pt x="688764" y="757096"/>
                  <a:pt x="643724" y="703867"/>
                  <a:pt x="592356" y="656966"/>
                </a:cubicBezTo>
                <a:cubicBezTo>
                  <a:pt x="558111" y="625699"/>
                  <a:pt x="525354" y="592943"/>
                  <a:pt x="485526" y="567259"/>
                </a:cubicBezTo>
                <a:cubicBezTo>
                  <a:pt x="469148" y="556836"/>
                  <a:pt x="452025" y="547530"/>
                  <a:pt x="430063" y="550136"/>
                </a:cubicBezTo>
                <a:cubicBezTo>
                  <a:pt x="421502" y="551253"/>
                  <a:pt x="411824" y="553486"/>
                  <a:pt x="408846" y="563164"/>
                </a:cubicBezTo>
                <a:cubicBezTo>
                  <a:pt x="406240" y="572842"/>
                  <a:pt x="414057" y="577309"/>
                  <a:pt x="421130" y="581403"/>
                </a:cubicBezTo>
                <a:cubicBezTo>
                  <a:pt x="422991" y="582520"/>
                  <a:pt x="424852" y="584009"/>
                  <a:pt x="426713" y="584009"/>
                </a:cubicBezTo>
                <a:cubicBezTo>
                  <a:pt x="462075" y="586242"/>
                  <a:pt x="470264" y="614532"/>
                  <a:pt x="487015" y="635005"/>
                </a:cubicBezTo>
                <a:cubicBezTo>
                  <a:pt x="492226" y="641333"/>
                  <a:pt x="492598" y="647661"/>
                  <a:pt x="487015" y="655105"/>
                </a:cubicBezTo>
                <a:cubicBezTo>
                  <a:pt x="476964" y="668505"/>
                  <a:pt x="484037" y="674461"/>
                  <a:pt x="497437" y="678183"/>
                </a:cubicBezTo>
                <a:cubicBezTo>
                  <a:pt x="510837" y="681906"/>
                  <a:pt x="525354" y="683022"/>
                  <a:pt x="539871" y="691584"/>
                </a:cubicBezTo>
                <a:cubicBezTo>
                  <a:pt x="516793" y="698656"/>
                  <a:pt x="500787" y="691212"/>
                  <a:pt x="485898" y="681906"/>
                </a:cubicBezTo>
                <a:cubicBezTo>
                  <a:pt x="452397" y="661433"/>
                  <a:pt x="430808" y="631282"/>
                  <a:pt x="410335" y="600387"/>
                </a:cubicBezTo>
                <a:cubicBezTo>
                  <a:pt x="406240" y="594431"/>
                  <a:pt x="402890" y="587731"/>
                  <a:pt x="397307" y="582892"/>
                </a:cubicBezTo>
                <a:cubicBezTo>
                  <a:pt x="386884" y="573214"/>
                  <a:pt x="375717" y="572098"/>
                  <a:pt x="363062" y="584009"/>
                </a:cubicBezTo>
                <a:cubicBezTo>
                  <a:pt x="346311" y="599643"/>
                  <a:pt x="340356" y="598526"/>
                  <a:pt x="334772" y="578426"/>
                </a:cubicBezTo>
                <a:cubicBezTo>
                  <a:pt x="327327" y="551253"/>
                  <a:pt x="310577" y="532269"/>
                  <a:pt x="281915" y="522219"/>
                </a:cubicBezTo>
                <a:cubicBezTo>
                  <a:pt x="275960" y="519985"/>
                  <a:pt x="269632" y="517007"/>
                  <a:pt x="263304" y="521846"/>
                </a:cubicBezTo>
                <a:cubicBezTo>
                  <a:pt x="256604" y="527430"/>
                  <a:pt x="261070" y="533013"/>
                  <a:pt x="263676" y="538225"/>
                </a:cubicBezTo>
                <a:cubicBezTo>
                  <a:pt x="267398" y="546414"/>
                  <a:pt x="271865" y="554603"/>
                  <a:pt x="275215" y="563164"/>
                </a:cubicBezTo>
                <a:cubicBezTo>
                  <a:pt x="281171" y="576937"/>
                  <a:pt x="282288" y="591454"/>
                  <a:pt x="271121" y="604854"/>
                </a:cubicBezTo>
                <a:cubicBezTo>
                  <a:pt x="262931" y="614532"/>
                  <a:pt x="263676" y="620860"/>
                  <a:pt x="274471" y="627560"/>
                </a:cubicBezTo>
                <a:cubicBezTo>
                  <a:pt x="309088" y="648405"/>
                  <a:pt x="331050" y="675578"/>
                  <a:pt x="319138" y="718012"/>
                </a:cubicBezTo>
                <a:cubicBezTo>
                  <a:pt x="317277" y="723968"/>
                  <a:pt x="319511" y="729924"/>
                  <a:pt x="326583" y="729551"/>
                </a:cubicBezTo>
                <a:cubicBezTo>
                  <a:pt x="342217" y="728435"/>
                  <a:pt x="344822" y="738113"/>
                  <a:pt x="349289" y="748163"/>
                </a:cubicBezTo>
                <a:cubicBezTo>
                  <a:pt x="392840" y="844571"/>
                  <a:pt x="455747" y="928695"/>
                  <a:pt x="528332" y="1007608"/>
                </a:cubicBezTo>
                <a:cubicBezTo>
                  <a:pt x="600173" y="1085777"/>
                  <a:pt x="680947" y="1155756"/>
                  <a:pt x="766932" y="1222758"/>
                </a:cubicBezTo>
                <a:cubicBezTo>
                  <a:pt x="742737" y="1220524"/>
                  <a:pt x="711470" y="1206752"/>
                  <a:pt x="681319" y="1190746"/>
                </a:cubicBezTo>
                <a:cubicBezTo>
                  <a:pt x="601662" y="1147939"/>
                  <a:pt x="536149" y="1089871"/>
                  <a:pt x="469520" y="1032920"/>
                </a:cubicBezTo>
                <a:cubicBezTo>
                  <a:pt x="422991" y="993091"/>
                  <a:pt x="377579" y="952146"/>
                  <a:pt x="325466" y="917900"/>
                </a:cubicBezTo>
                <a:cubicBezTo>
                  <a:pt x="319511" y="914178"/>
                  <a:pt x="315416" y="909339"/>
                  <a:pt x="312066" y="903383"/>
                </a:cubicBezTo>
                <a:cubicBezTo>
                  <a:pt x="309088" y="898172"/>
                  <a:pt x="304621" y="893333"/>
                  <a:pt x="296805" y="895566"/>
                </a:cubicBezTo>
                <a:cubicBezTo>
                  <a:pt x="288988" y="898172"/>
                  <a:pt x="288243" y="904872"/>
                  <a:pt x="288243" y="910828"/>
                </a:cubicBezTo>
                <a:cubicBezTo>
                  <a:pt x="289360" y="933162"/>
                  <a:pt x="295688" y="953262"/>
                  <a:pt x="309460" y="971129"/>
                </a:cubicBezTo>
                <a:cubicBezTo>
                  <a:pt x="336261" y="1006864"/>
                  <a:pt x="371995" y="1034781"/>
                  <a:pt x="407729" y="1062698"/>
                </a:cubicBezTo>
                <a:cubicBezTo>
                  <a:pt x="457236" y="1101038"/>
                  <a:pt x="503021" y="1142728"/>
                  <a:pt x="544338" y="1189257"/>
                </a:cubicBezTo>
                <a:cubicBezTo>
                  <a:pt x="514560" y="1166551"/>
                  <a:pt x="484781" y="1143472"/>
                  <a:pt x="454630" y="1120766"/>
                </a:cubicBezTo>
                <a:cubicBezTo>
                  <a:pt x="431924" y="1103644"/>
                  <a:pt x="408474" y="1087265"/>
                  <a:pt x="385396" y="1070515"/>
                </a:cubicBezTo>
                <a:cubicBezTo>
                  <a:pt x="379812" y="1066421"/>
                  <a:pt x="373856" y="1061954"/>
                  <a:pt x="366040" y="1067537"/>
                </a:cubicBezTo>
                <a:cubicBezTo>
                  <a:pt x="358967" y="1072376"/>
                  <a:pt x="360084" y="1079449"/>
                  <a:pt x="361573" y="1086149"/>
                </a:cubicBezTo>
                <a:cubicBezTo>
                  <a:pt x="367156" y="1112577"/>
                  <a:pt x="382790" y="1133794"/>
                  <a:pt x="402146" y="1152778"/>
                </a:cubicBezTo>
                <a:cubicBezTo>
                  <a:pt x="425596" y="1175484"/>
                  <a:pt x="450164" y="1197074"/>
                  <a:pt x="475475" y="1218663"/>
                </a:cubicBezTo>
                <a:cubicBezTo>
                  <a:pt x="448303" y="1212707"/>
                  <a:pt x="421130" y="1206752"/>
                  <a:pt x="393957" y="1201913"/>
                </a:cubicBezTo>
                <a:cubicBezTo>
                  <a:pt x="406240" y="1245091"/>
                  <a:pt x="434902" y="1253653"/>
                  <a:pt x="460586" y="1260353"/>
                </a:cubicBezTo>
                <a:cubicBezTo>
                  <a:pt x="495204" y="1268914"/>
                  <a:pt x="528332" y="1279709"/>
                  <a:pt x="561089" y="1291993"/>
                </a:cubicBezTo>
                <a:cubicBezTo>
                  <a:pt x="574861" y="1304276"/>
                  <a:pt x="588634" y="1316188"/>
                  <a:pt x="602034" y="1328843"/>
                </a:cubicBezTo>
                <a:cubicBezTo>
                  <a:pt x="615807" y="1341872"/>
                  <a:pt x="628835" y="1354900"/>
                  <a:pt x="641863" y="1368672"/>
                </a:cubicBezTo>
                <a:cubicBezTo>
                  <a:pt x="651169" y="1378722"/>
                  <a:pt x="662335" y="1387284"/>
                  <a:pt x="651541" y="1404406"/>
                </a:cubicBezTo>
                <a:cubicBezTo>
                  <a:pt x="646702" y="1412223"/>
                  <a:pt x="678341" y="1454658"/>
                  <a:pt x="688392" y="1457263"/>
                </a:cubicBezTo>
                <a:cubicBezTo>
                  <a:pt x="689881" y="1457635"/>
                  <a:pt x="691369" y="1458008"/>
                  <a:pt x="692486" y="1458008"/>
                </a:cubicBezTo>
                <a:cubicBezTo>
                  <a:pt x="714076" y="1456519"/>
                  <a:pt x="718915" y="1469175"/>
                  <a:pt x="719287" y="1485181"/>
                </a:cubicBezTo>
                <a:cubicBezTo>
                  <a:pt x="719659" y="1500814"/>
                  <a:pt x="715937" y="1520170"/>
                  <a:pt x="745343" y="1512353"/>
                </a:cubicBezTo>
                <a:cubicBezTo>
                  <a:pt x="748693" y="1511609"/>
                  <a:pt x="749438" y="1513842"/>
                  <a:pt x="750926" y="1516448"/>
                </a:cubicBezTo>
                <a:cubicBezTo>
                  <a:pt x="782938" y="1583077"/>
                  <a:pt x="836912" y="1634445"/>
                  <a:pt x="890141" y="1685813"/>
                </a:cubicBezTo>
                <a:cubicBezTo>
                  <a:pt x="893119" y="1688419"/>
                  <a:pt x="896097" y="1691024"/>
                  <a:pt x="899074" y="1693630"/>
                </a:cubicBezTo>
                <a:cubicBezTo>
                  <a:pt x="843240" y="1680602"/>
                  <a:pt x="658985" y="1663851"/>
                  <a:pt x="605012" y="1669435"/>
                </a:cubicBezTo>
                <a:cubicBezTo>
                  <a:pt x="556994" y="1674274"/>
                  <a:pt x="285638" y="1593128"/>
                  <a:pt x="229431" y="1545110"/>
                </a:cubicBezTo>
                <a:cubicBezTo>
                  <a:pt x="221614" y="1582705"/>
                  <a:pt x="238364" y="1597594"/>
                  <a:pt x="251765" y="1614717"/>
                </a:cubicBezTo>
                <a:cubicBezTo>
                  <a:pt x="270748" y="1638912"/>
                  <a:pt x="273726" y="1656035"/>
                  <a:pt x="237992" y="1675391"/>
                </a:cubicBezTo>
                <a:cubicBezTo>
                  <a:pt x="135628" y="1730481"/>
                  <a:pt x="136745" y="1732342"/>
                  <a:pt x="232781" y="1807160"/>
                </a:cubicBezTo>
                <a:cubicBezTo>
                  <a:pt x="237248" y="1810511"/>
                  <a:pt x="235014" y="1821305"/>
                  <a:pt x="236131" y="1828750"/>
                </a:cubicBezTo>
                <a:cubicBezTo>
                  <a:pt x="211191" y="1839917"/>
                  <a:pt x="181785" y="1810883"/>
                  <a:pt x="152007" y="1842150"/>
                </a:cubicBezTo>
                <a:cubicBezTo>
                  <a:pt x="280426" y="1979503"/>
                  <a:pt x="475848" y="2110157"/>
                  <a:pt x="653030" y="2213265"/>
                </a:cubicBezTo>
                <a:cubicBezTo>
                  <a:pt x="509721" y="2247138"/>
                  <a:pt x="423735" y="2128024"/>
                  <a:pt x="318394" y="2143285"/>
                </a:cubicBezTo>
                <a:cubicBezTo>
                  <a:pt x="265909" y="2180508"/>
                  <a:pt x="422246" y="2240810"/>
                  <a:pt x="272982" y="2258305"/>
                </a:cubicBezTo>
                <a:cubicBezTo>
                  <a:pt x="337750" y="2291061"/>
                  <a:pt x="385768" y="2323073"/>
                  <a:pt x="430435" y="2360668"/>
                </a:cubicBezTo>
                <a:cubicBezTo>
                  <a:pt x="509721" y="2428042"/>
                  <a:pt x="525354" y="2472710"/>
                  <a:pt x="488876" y="2563162"/>
                </a:cubicBezTo>
                <a:cubicBezTo>
                  <a:pt x="464681" y="2622719"/>
                  <a:pt x="429691" y="2677437"/>
                  <a:pt x="460586" y="2748533"/>
                </a:cubicBezTo>
                <a:cubicBezTo>
                  <a:pt x="481803" y="2797295"/>
                  <a:pt x="473614" y="2829307"/>
                  <a:pt x="393212" y="2807345"/>
                </a:cubicBezTo>
                <a:cubicBezTo>
                  <a:pt x="306483" y="2783895"/>
                  <a:pt x="273726" y="2827818"/>
                  <a:pt x="295688" y="2913059"/>
                </a:cubicBezTo>
                <a:cubicBezTo>
                  <a:pt x="309833" y="2967777"/>
                  <a:pt x="294943" y="2984900"/>
                  <a:pt x="235386" y="2978572"/>
                </a:cubicBezTo>
                <a:cubicBezTo>
                  <a:pt x="169501" y="2971499"/>
                  <a:pt x="106967" y="2935765"/>
                  <a:pt x="25448" y="2952888"/>
                </a:cubicBezTo>
                <a:cubicBezTo>
                  <a:pt x="90588" y="3052646"/>
                  <a:pt x="229803" y="3024356"/>
                  <a:pt x="305738" y="3119275"/>
                </a:cubicBezTo>
                <a:cubicBezTo>
                  <a:pt x="215286" y="3119647"/>
                  <a:pt x="146051" y="3119275"/>
                  <a:pt x="79049" y="3098430"/>
                </a:cubicBezTo>
                <a:cubicBezTo>
                  <a:pt x="51132" y="3089869"/>
                  <a:pt x="20609" y="3081308"/>
                  <a:pt x="4975" y="3109969"/>
                </a:cubicBezTo>
                <a:cubicBezTo>
                  <a:pt x="-13636" y="3144587"/>
                  <a:pt x="24331" y="3157615"/>
                  <a:pt x="47037" y="3163943"/>
                </a:cubicBezTo>
                <a:cubicBezTo>
                  <a:pt x="111061" y="3181438"/>
                  <a:pt x="160196" y="3222755"/>
                  <a:pt x="213425" y="3255139"/>
                </a:cubicBezTo>
                <a:cubicBezTo>
                  <a:pt x="329933" y="3326236"/>
                  <a:pt x="457981" y="3385420"/>
                  <a:pt x="556622" y="3502301"/>
                </a:cubicBezTo>
                <a:cubicBezTo>
                  <a:pt x="432669" y="3472523"/>
                  <a:pt x="339983" y="3402915"/>
                  <a:pt x="224592" y="3388771"/>
                </a:cubicBezTo>
                <a:cubicBezTo>
                  <a:pt x="324722" y="3495601"/>
                  <a:pt x="453142" y="3565208"/>
                  <a:pt x="574861" y="3643004"/>
                </a:cubicBezTo>
                <a:cubicBezTo>
                  <a:pt x="609479" y="3664966"/>
                  <a:pt x="644841" y="3679855"/>
                  <a:pt x="652657" y="3727501"/>
                </a:cubicBezTo>
                <a:cubicBezTo>
                  <a:pt x="667919" y="3819814"/>
                  <a:pt x="712959" y="3896494"/>
                  <a:pt x="810111" y="3937067"/>
                </a:cubicBezTo>
                <a:cubicBezTo>
                  <a:pt x="810856" y="3937439"/>
                  <a:pt x="805644" y="3951212"/>
                  <a:pt x="802294" y="3960890"/>
                </a:cubicBezTo>
                <a:cubicBezTo>
                  <a:pt x="743110" y="3963868"/>
                  <a:pt x="696581" y="3909149"/>
                  <a:pt x="620646" y="3927017"/>
                </a:cubicBezTo>
                <a:cubicBezTo>
                  <a:pt x="692858" y="4001091"/>
                  <a:pt x="753532" y="4067720"/>
                  <a:pt x="856268" y="4103082"/>
                </a:cubicBezTo>
                <a:cubicBezTo>
                  <a:pt x="938531" y="4131372"/>
                  <a:pt x="1040150" y="4147377"/>
                  <a:pt x="1099707" y="4238574"/>
                </a:cubicBezTo>
                <a:cubicBezTo>
                  <a:pt x="1030472" y="4256441"/>
                  <a:pt x="978732" y="4234107"/>
                  <a:pt x="926992" y="4218102"/>
                </a:cubicBezTo>
                <a:cubicBezTo>
                  <a:pt x="847334" y="4193534"/>
                  <a:pt x="769166" y="4165617"/>
                  <a:pt x="689508" y="4140677"/>
                </a:cubicBezTo>
                <a:cubicBezTo>
                  <a:pt x="659358" y="4131372"/>
                  <a:pt x="626229" y="4124299"/>
                  <a:pt x="606873" y="4169711"/>
                </a:cubicBezTo>
                <a:cubicBezTo>
                  <a:pt x="707748" y="4179389"/>
                  <a:pt x="768421" y="4240435"/>
                  <a:pt x="831701" y="4297759"/>
                </a:cubicBezTo>
                <a:cubicBezTo>
                  <a:pt x="867435" y="4330143"/>
                  <a:pt x="896469" y="4373322"/>
                  <a:pt x="960493" y="4356944"/>
                </a:cubicBezTo>
                <a:cubicBezTo>
                  <a:pt x="994366" y="4348382"/>
                  <a:pt x="1015955" y="4372578"/>
                  <a:pt x="1012233" y="4402356"/>
                </a:cubicBezTo>
                <a:cubicBezTo>
                  <a:pt x="999577" y="4507325"/>
                  <a:pt x="1078118" y="4544176"/>
                  <a:pt x="1159636" y="4564276"/>
                </a:cubicBezTo>
                <a:cubicBezTo>
                  <a:pt x="1313740" y="4602616"/>
                  <a:pt x="1442160" y="4692324"/>
                  <a:pt x="1592169" y="4741458"/>
                </a:cubicBezTo>
                <a:cubicBezTo>
                  <a:pt x="1738083" y="4789104"/>
                  <a:pt x="2833187" y="5010209"/>
                  <a:pt x="3110499" y="5032171"/>
                </a:cubicBezTo>
                <a:cubicBezTo>
                  <a:pt x="4807501" y="5166546"/>
                  <a:pt x="6028047" y="4106432"/>
                  <a:pt x="6033630" y="4091915"/>
                </a:cubicBezTo>
                <a:cubicBezTo>
                  <a:pt x="6059314" y="4023797"/>
                  <a:pt x="6122965" y="3994390"/>
                  <a:pt x="6180661" y="3957912"/>
                </a:cubicBezTo>
                <a:cubicBezTo>
                  <a:pt x="6230913" y="3925900"/>
                  <a:pt x="6284514" y="3892027"/>
                  <a:pt x="6305359" y="3837309"/>
                </a:cubicBezTo>
                <a:cubicBezTo>
                  <a:pt x="6332904" y="3764724"/>
                  <a:pt x="6254735" y="3824281"/>
                  <a:pt x="6240218" y="3796364"/>
                </a:cubicBezTo>
                <a:cubicBezTo>
                  <a:pt x="6269997" y="3758768"/>
                  <a:pt x="6316153" y="3724151"/>
                  <a:pt x="6328437" y="3681344"/>
                </a:cubicBezTo>
                <a:cubicBezTo>
                  <a:pt x="6372361" y="3526496"/>
                  <a:pt x="6466907" y="3413710"/>
                  <a:pt x="6608355" y="3326236"/>
                </a:cubicBezTo>
                <a:cubicBezTo>
                  <a:pt x="6648928" y="3300924"/>
                  <a:pt x="6675729" y="3255512"/>
                  <a:pt x="6731191" y="3248067"/>
                </a:cubicBezTo>
                <a:cubicBezTo>
                  <a:pt x="6854400" y="3232061"/>
                  <a:pt x="6815315" y="3106992"/>
                  <a:pt x="6880456" y="3051529"/>
                </a:cubicBezTo>
                <a:cubicBezTo>
                  <a:pt x="6892739" y="3041107"/>
                  <a:pt x="6903907" y="2777939"/>
                  <a:pt x="6901673" y="2763795"/>
                </a:cubicBezTo>
                <a:cubicBezTo>
                  <a:pt x="6898323" y="2743322"/>
                  <a:pt x="6883806" y="2966288"/>
                  <a:pt x="6871150" y="2948421"/>
                </a:cubicBezTo>
                <a:cubicBezTo>
                  <a:pt x="6858494" y="2930182"/>
                  <a:pt x="6839138" y="2914176"/>
                  <a:pt x="6848444" y="2890353"/>
                </a:cubicBezTo>
                <a:cubicBezTo>
                  <a:pt x="6852166" y="2880303"/>
                  <a:pt x="6849561" y="2846058"/>
                  <a:pt x="6878223" y="2873230"/>
                </a:cubicBezTo>
                <a:cubicBezTo>
                  <a:pt x="6956763" y="2946932"/>
                  <a:pt x="6870778" y="2578051"/>
                  <a:pt x="6762459" y="2568745"/>
                </a:cubicBezTo>
                <a:cubicBezTo>
                  <a:pt x="6801915" y="2465637"/>
                  <a:pt x="6801915" y="2465637"/>
                  <a:pt x="6673123" y="2451493"/>
                </a:cubicBezTo>
                <a:cubicBezTo>
                  <a:pt x="6722630" y="2385980"/>
                  <a:pt x="6722630" y="2369229"/>
                  <a:pt x="6662700" y="2346896"/>
                </a:cubicBezTo>
                <a:cubicBezTo>
                  <a:pt x="6605005" y="2325306"/>
                  <a:pt x="6540981" y="2318234"/>
                  <a:pt x="6487752" y="2285105"/>
                </a:cubicBezTo>
                <a:cubicBezTo>
                  <a:pt x="6536887" y="2201353"/>
                  <a:pt x="6550659" y="2104573"/>
                  <a:pt x="6652278" y="2063628"/>
                </a:cubicBezTo>
                <a:cubicBezTo>
                  <a:pt x="6668284" y="2057300"/>
                  <a:pt x="6679079" y="2031988"/>
                  <a:pt x="6668656" y="2017843"/>
                </a:cubicBezTo>
                <a:cubicBezTo>
                  <a:pt x="6631805" y="1965359"/>
                  <a:pt x="6684662" y="1864856"/>
                  <a:pt x="6570015" y="1854062"/>
                </a:cubicBezTo>
                <a:cubicBezTo>
                  <a:pt x="6555870" y="1852573"/>
                  <a:pt x="6542842" y="1842150"/>
                  <a:pt x="6554009" y="1827633"/>
                </a:cubicBezTo>
                <a:cubicBezTo>
                  <a:pt x="6592349" y="1778126"/>
                  <a:pt x="6545820" y="1781476"/>
                  <a:pt x="6517531" y="1775149"/>
                </a:cubicBezTo>
                <a:cubicBezTo>
                  <a:pt x="6483285" y="1767704"/>
                  <a:pt x="6444573" y="1789293"/>
                  <a:pt x="6412934" y="1762493"/>
                </a:cubicBezTo>
                <a:cubicBezTo>
                  <a:pt x="6420378" y="1734203"/>
                  <a:pt x="6447923" y="1734575"/>
                  <a:pt x="6467279" y="1725642"/>
                </a:cubicBezTo>
                <a:cubicBezTo>
                  <a:pt x="6523858" y="1699213"/>
                  <a:pt x="6570015" y="1667946"/>
                  <a:pt x="6572621" y="1600200"/>
                </a:cubicBezTo>
                <a:cubicBezTo>
                  <a:pt x="6574854" y="1545482"/>
                  <a:pt x="6580810" y="1497092"/>
                  <a:pt x="6502641" y="1480341"/>
                </a:cubicBezTo>
                <a:cubicBezTo>
                  <a:pt x="6490358" y="1477736"/>
                  <a:pt x="6484030" y="1470664"/>
                  <a:pt x="6481796" y="1461358"/>
                </a:cubicBezTo>
                <a:cubicBezTo>
                  <a:pt x="6490730" y="1452424"/>
                  <a:pt x="6499291" y="1443118"/>
                  <a:pt x="6509713" y="1436418"/>
                </a:cubicBezTo>
                <a:cubicBezTo>
                  <a:pt x="6544703" y="1414457"/>
                  <a:pt x="6556615" y="1382072"/>
                  <a:pt x="6567037" y="1348199"/>
                </a:cubicBezTo>
                <a:cubicBezTo>
                  <a:pt x="6573737" y="1326610"/>
                  <a:pt x="6581554" y="1305393"/>
                  <a:pt x="6596816" y="1286781"/>
                </a:cubicBezTo>
                <a:cubicBezTo>
                  <a:pt x="6606122" y="1275242"/>
                  <a:pt x="6617661" y="1266681"/>
                  <a:pt x="6632178" y="1261842"/>
                </a:cubicBezTo>
                <a:cubicBezTo>
                  <a:pt x="6644833" y="1257375"/>
                  <a:pt x="6648556" y="1251419"/>
                  <a:pt x="6639994" y="1240625"/>
                </a:cubicBezTo>
                <a:cubicBezTo>
                  <a:pt x="6615799" y="1209729"/>
                  <a:pt x="6606122" y="1175856"/>
                  <a:pt x="6622127" y="1136400"/>
                </a:cubicBezTo>
                <a:cubicBezTo>
                  <a:pt x="6626967" y="1124489"/>
                  <a:pt x="6623617" y="1114066"/>
                  <a:pt x="6612077" y="1109599"/>
                </a:cubicBezTo>
                <a:cubicBezTo>
                  <a:pt x="6564059" y="1090616"/>
                  <a:pt x="6552148" y="1046692"/>
                  <a:pt x="6531675" y="1009469"/>
                </a:cubicBezTo>
                <a:cubicBezTo>
                  <a:pt x="6502641" y="956612"/>
                  <a:pt x="6476213" y="902639"/>
                  <a:pt x="6456113" y="845315"/>
                </a:cubicBezTo>
                <a:cubicBezTo>
                  <a:pt x="6444201" y="811070"/>
                  <a:pt x="6432662" y="777197"/>
                  <a:pt x="6440851" y="739229"/>
                </a:cubicBezTo>
                <a:cubicBezTo>
                  <a:pt x="6442712" y="729924"/>
                  <a:pt x="6439362" y="722107"/>
                  <a:pt x="6434523" y="715034"/>
                </a:cubicBezTo>
                <a:cubicBezTo>
                  <a:pt x="6414050" y="684139"/>
                  <a:pt x="6416656" y="651383"/>
                  <a:pt x="6432290" y="617510"/>
                </a:cubicBezTo>
                <a:cubicBezTo>
                  <a:pt x="6441968" y="597037"/>
                  <a:pt x="6440851" y="594431"/>
                  <a:pt x="6416284" y="595176"/>
                </a:cubicBezTo>
                <a:cubicBezTo>
                  <a:pt x="6366405" y="596293"/>
                  <a:pt x="6316898" y="598154"/>
                  <a:pt x="6267763" y="591826"/>
                </a:cubicBezTo>
                <a:cubicBezTo>
                  <a:pt x="6212673" y="584753"/>
                  <a:pt x="6194806" y="568375"/>
                  <a:pt x="6236496" y="521102"/>
                </a:cubicBezTo>
                <a:cubicBezTo>
                  <a:pt x="6245430" y="511052"/>
                  <a:pt x="6253246" y="499885"/>
                  <a:pt x="6257341" y="487229"/>
                </a:cubicBezTo>
                <a:cubicBezTo>
                  <a:pt x="6260319" y="477179"/>
                  <a:pt x="6257713" y="470106"/>
                  <a:pt x="6248780" y="465267"/>
                </a:cubicBezTo>
                <a:cubicBezTo>
                  <a:pt x="6238357" y="459312"/>
                  <a:pt x="6232774" y="467501"/>
                  <a:pt x="6226818" y="473456"/>
                </a:cubicBezTo>
                <a:cubicBezTo>
                  <a:pt x="6194434" y="505468"/>
                  <a:pt x="6153861" y="527430"/>
                  <a:pt x="6115149" y="551625"/>
                </a:cubicBezTo>
                <a:cubicBezTo>
                  <a:pt x="6059686" y="586615"/>
                  <a:pt x="6001246" y="617510"/>
                  <a:pt x="5951739" y="659944"/>
                </a:cubicBezTo>
                <a:cubicBezTo>
                  <a:pt x="5939084" y="670739"/>
                  <a:pt x="5918611" y="662550"/>
                  <a:pt x="5917122" y="644310"/>
                </a:cubicBezTo>
                <a:cubicBezTo>
                  <a:pt x="5915633" y="626071"/>
                  <a:pt x="5905583" y="626071"/>
                  <a:pt x="5890694" y="630538"/>
                </a:cubicBezTo>
                <a:cubicBezTo>
                  <a:pt x="5872826" y="635749"/>
                  <a:pt x="5854959" y="640960"/>
                  <a:pt x="5837464" y="646916"/>
                </a:cubicBezTo>
                <a:cubicBezTo>
                  <a:pt x="5819225" y="653244"/>
                  <a:pt x="5811036" y="666644"/>
                  <a:pt x="5809175" y="683395"/>
                </a:cubicBezTo>
                <a:cubicBezTo>
                  <a:pt x="5808430" y="689723"/>
                  <a:pt x="5808803" y="697539"/>
                  <a:pt x="5815503" y="698656"/>
                </a:cubicBezTo>
                <a:cubicBezTo>
                  <a:pt x="5843048" y="703495"/>
                  <a:pt x="5755201" y="682278"/>
                  <a:pt x="5746268" y="667389"/>
                </a:cubicBezTo>
                <a:cubicBezTo>
                  <a:pt x="5745896" y="666644"/>
                  <a:pt x="5525907" y="720246"/>
                  <a:pt x="5458905" y="754119"/>
                </a:cubicBezTo>
                <a:close/>
                <a:moveTo>
                  <a:pt x="885302" y="1333310"/>
                </a:moveTo>
                <a:cubicBezTo>
                  <a:pt x="877857" y="1326982"/>
                  <a:pt x="870040" y="1321027"/>
                  <a:pt x="862596" y="1314326"/>
                </a:cubicBezTo>
                <a:cubicBezTo>
                  <a:pt x="863712" y="1312837"/>
                  <a:pt x="865201" y="1311349"/>
                  <a:pt x="866318" y="1309860"/>
                </a:cubicBezTo>
                <a:cubicBezTo>
                  <a:pt x="881580" y="1320282"/>
                  <a:pt x="896841" y="1330705"/>
                  <a:pt x="912103" y="1341127"/>
                </a:cubicBezTo>
                <a:cubicBezTo>
                  <a:pt x="903541" y="1338522"/>
                  <a:pt x="894235" y="1335916"/>
                  <a:pt x="885302" y="1333310"/>
                </a:cubicBezTo>
                <a:close/>
                <a:moveTo>
                  <a:pt x="1140280" y="787619"/>
                </a:moveTo>
                <a:cubicBezTo>
                  <a:pt x="1231849" y="850154"/>
                  <a:pt x="1323418" y="913061"/>
                  <a:pt x="1414987" y="975596"/>
                </a:cubicBezTo>
                <a:cubicBezTo>
                  <a:pt x="1413498" y="977085"/>
                  <a:pt x="1412381" y="978574"/>
                  <a:pt x="1410892" y="980063"/>
                </a:cubicBezTo>
                <a:cubicBezTo>
                  <a:pt x="1310390" y="927206"/>
                  <a:pt x="1215471" y="868394"/>
                  <a:pt x="1140280" y="787619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>
              <a:solidFill>
                <a:schemeClr val="lt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0F9ED15-CDB1-785A-7695-72DF5347249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325473" y="1924619"/>
            <a:ext cx="5541054" cy="1655378"/>
          </a:xfrm>
        </p:spPr>
        <p:txBody>
          <a:bodyPr>
            <a:normAutofit/>
          </a:bodyPr>
          <a:lstStyle/>
          <a:p>
            <a:r>
              <a:rPr lang="en-US" sz="3700"/>
              <a:t>SQL Server Administration &amp; Azure Data Engineering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767AC54-0FE9-0C64-0851-2225707E049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880419" y="3668285"/>
            <a:ext cx="4431162" cy="1337967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Day 7</a:t>
            </a:r>
          </a:p>
        </p:txBody>
      </p:sp>
    </p:spTree>
    <p:extLst>
      <p:ext uri="{BB962C8B-B14F-4D97-AF65-F5344CB8AC3E}">
        <p14:creationId xmlns:p14="http://schemas.microsoft.com/office/powerpoint/2010/main" val="20063196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6" name="Rectangle 25">
            <a:extLst>
              <a:ext uri="{FF2B5EF4-FFF2-40B4-BE49-F238E27FC236}">
                <a16:creationId xmlns:a16="http://schemas.microsoft.com/office/drawing/2014/main" id="{2C61293E-6EBE-43EF-A52C-9BEBFD7679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A2BB31E-A9BD-D8C3-F865-874E07BC17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97762" y="329184"/>
            <a:ext cx="6251110" cy="1783080"/>
          </a:xfrm>
        </p:spPr>
        <p:txBody>
          <a:bodyPr anchor="b">
            <a:normAutofit/>
          </a:bodyPr>
          <a:lstStyle/>
          <a:p>
            <a:r>
              <a:rPr lang="en-US" sz="5400"/>
              <a:t>Agenda</a:t>
            </a:r>
          </a:p>
        </p:txBody>
      </p:sp>
      <p:pic>
        <p:nvPicPr>
          <p:cNvPr id="22" name="Picture 21" descr="Computer script on a screen">
            <a:extLst>
              <a:ext uri="{FF2B5EF4-FFF2-40B4-BE49-F238E27FC236}">
                <a16:creationId xmlns:a16="http://schemas.microsoft.com/office/drawing/2014/main" id="{E3E24C0B-1BDE-A4F0-4482-865C265ACB0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448" r="47221" b="-1"/>
          <a:stretch>
            <a:fillRect/>
          </a:stretch>
        </p:blipFill>
        <p:spPr>
          <a:xfrm>
            <a:off x="1" y="10"/>
            <a:ext cx="4657344" cy="6857990"/>
          </a:xfrm>
          <a:custGeom>
            <a:avLst/>
            <a:gdLst/>
            <a:ahLst/>
            <a:cxnLst/>
            <a:rect l="l" t="t" r="r" b="b"/>
            <a:pathLst>
              <a:path w="4657344" h="6858000">
                <a:moveTo>
                  <a:pt x="0" y="0"/>
                </a:moveTo>
                <a:lnTo>
                  <a:pt x="3429755" y="0"/>
                </a:lnTo>
                <a:lnTo>
                  <a:pt x="3526016" y="148742"/>
                </a:lnTo>
                <a:cubicBezTo>
                  <a:pt x="3657740" y="365513"/>
                  <a:pt x="3777402" y="589569"/>
                  <a:pt x="3886489" y="819975"/>
                </a:cubicBezTo>
                <a:cubicBezTo>
                  <a:pt x="3891856" y="833492"/>
                  <a:pt x="3900663" y="845393"/>
                  <a:pt x="3912049" y="854514"/>
                </a:cubicBezTo>
                <a:cubicBezTo>
                  <a:pt x="3897352" y="819849"/>
                  <a:pt x="3883037" y="784928"/>
                  <a:pt x="3868083" y="750263"/>
                </a:cubicBezTo>
                <a:cubicBezTo>
                  <a:pt x="3806989" y="608712"/>
                  <a:pt x="3742478" y="469145"/>
                  <a:pt x="3674155" y="331786"/>
                </a:cubicBezTo>
                <a:lnTo>
                  <a:pt x="3496656" y="0"/>
                </a:lnTo>
                <a:lnTo>
                  <a:pt x="3554371" y="0"/>
                </a:lnTo>
                <a:lnTo>
                  <a:pt x="3661621" y="196614"/>
                </a:lnTo>
                <a:cubicBezTo>
                  <a:pt x="3856899" y="573253"/>
                  <a:pt x="4021071" y="966066"/>
                  <a:pt x="4161279" y="1371196"/>
                </a:cubicBezTo>
                <a:cubicBezTo>
                  <a:pt x="4379525" y="2007265"/>
                  <a:pt x="4530141" y="2664286"/>
                  <a:pt x="4610660" y="3331516"/>
                </a:cubicBezTo>
                <a:cubicBezTo>
                  <a:pt x="4652837" y="3672965"/>
                  <a:pt x="4671625" y="4013908"/>
                  <a:pt x="4645040" y="4357388"/>
                </a:cubicBezTo>
                <a:cubicBezTo>
                  <a:pt x="4613599" y="4758899"/>
                  <a:pt x="4566181" y="5157998"/>
                  <a:pt x="4485789" y="5552906"/>
                </a:cubicBezTo>
                <a:cubicBezTo>
                  <a:pt x="4397121" y="5988893"/>
                  <a:pt x="4276748" y="6414594"/>
                  <a:pt x="4117769" y="6828295"/>
                </a:cubicBezTo>
                <a:lnTo>
                  <a:pt x="4105288" y="6858000"/>
                </a:lnTo>
                <a:lnTo>
                  <a:pt x="4052520" y="6858000"/>
                </a:lnTo>
                <a:lnTo>
                  <a:pt x="4059369" y="6841549"/>
                </a:lnTo>
                <a:cubicBezTo>
                  <a:pt x="4147276" y="6614016"/>
                  <a:pt x="4224193" y="6380817"/>
                  <a:pt x="4291518" y="6142729"/>
                </a:cubicBezTo>
                <a:cubicBezTo>
                  <a:pt x="4350055" y="5935370"/>
                  <a:pt x="4393256" y="5723695"/>
                  <a:pt x="4443357" y="5513923"/>
                </a:cubicBezTo>
                <a:cubicBezTo>
                  <a:pt x="4444541" y="5502788"/>
                  <a:pt x="4445137" y="5491601"/>
                  <a:pt x="4445146" y="5480401"/>
                </a:cubicBezTo>
                <a:cubicBezTo>
                  <a:pt x="4408465" y="5607635"/>
                  <a:pt x="4379196" y="5719759"/>
                  <a:pt x="4344559" y="5830359"/>
                </a:cubicBezTo>
                <a:cubicBezTo>
                  <a:pt x="4254261" y="6118381"/>
                  <a:pt x="4150112" y="6398531"/>
                  <a:pt x="4031702" y="6670527"/>
                </a:cubicBezTo>
                <a:lnTo>
                  <a:pt x="3943824" y="6858000"/>
                </a:lnTo>
                <a:lnTo>
                  <a:pt x="0" y="6858000"/>
                </a:lnTo>
                <a:close/>
              </a:path>
            </a:pathLst>
          </a:custGeom>
        </p:spPr>
      </p:pic>
      <p:sp>
        <p:nvSpPr>
          <p:cNvPr id="28" name="sketchy line">
            <a:extLst>
              <a:ext uri="{FF2B5EF4-FFF2-40B4-BE49-F238E27FC236}">
                <a16:creationId xmlns:a16="http://schemas.microsoft.com/office/drawing/2014/main" id="{21540236-BFD5-4A9D-8840-4703E7F768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297762" y="2374947"/>
            <a:ext cx="4243589" cy="18288"/>
          </a:xfrm>
          <a:custGeom>
            <a:avLst/>
            <a:gdLst>
              <a:gd name="csX0" fmla="*/ 0 w 4243589"/>
              <a:gd name="csY0" fmla="*/ 0 h 18288"/>
              <a:gd name="csX1" fmla="*/ 478919 w 4243589"/>
              <a:gd name="csY1" fmla="*/ 0 h 18288"/>
              <a:gd name="csX2" fmla="*/ 957839 w 4243589"/>
              <a:gd name="csY2" fmla="*/ 0 h 18288"/>
              <a:gd name="csX3" fmla="*/ 1521630 w 4243589"/>
              <a:gd name="csY3" fmla="*/ 0 h 18288"/>
              <a:gd name="csX4" fmla="*/ 2212729 w 4243589"/>
              <a:gd name="csY4" fmla="*/ 0 h 18288"/>
              <a:gd name="csX5" fmla="*/ 2734084 w 4243589"/>
              <a:gd name="csY5" fmla="*/ 0 h 18288"/>
              <a:gd name="csX6" fmla="*/ 3255439 w 4243589"/>
              <a:gd name="csY6" fmla="*/ 0 h 18288"/>
              <a:gd name="csX7" fmla="*/ 4243589 w 4243589"/>
              <a:gd name="csY7" fmla="*/ 0 h 18288"/>
              <a:gd name="csX8" fmla="*/ 4243589 w 4243589"/>
              <a:gd name="csY8" fmla="*/ 18288 h 18288"/>
              <a:gd name="csX9" fmla="*/ 3594926 w 4243589"/>
              <a:gd name="csY9" fmla="*/ 18288 h 18288"/>
              <a:gd name="csX10" fmla="*/ 3073571 w 4243589"/>
              <a:gd name="csY10" fmla="*/ 18288 h 18288"/>
              <a:gd name="csX11" fmla="*/ 2552216 w 4243589"/>
              <a:gd name="csY11" fmla="*/ 18288 h 18288"/>
              <a:gd name="csX12" fmla="*/ 1903553 w 4243589"/>
              <a:gd name="csY12" fmla="*/ 18288 h 18288"/>
              <a:gd name="csX13" fmla="*/ 1212454 w 4243589"/>
              <a:gd name="csY13" fmla="*/ 18288 h 18288"/>
              <a:gd name="csX14" fmla="*/ 733535 w 4243589"/>
              <a:gd name="csY14" fmla="*/ 18288 h 18288"/>
              <a:gd name="csX15" fmla="*/ 0 w 4243589"/>
              <a:gd name="csY15" fmla="*/ 18288 h 18288"/>
              <a:gd name="csX16" fmla="*/ 0 w 4243589"/>
              <a:gd name="csY1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4243589" h="18288" fill="none" extrusionOk="0">
                <a:moveTo>
                  <a:pt x="0" y="0"/>
                </a:moveTo>
                <a:cubicBezTo>
                  <a:pt x="213395" y="-21006"/>
                  <a:pt x="307421" y="-18116"/>
                  <a:pt x="478919" y="0"/>
                </a:cubicBezTo>
                <a:cubicBezTo>
                  <a:pt x="650417" y="18116"/>
                  <a:pt x="831092" y="-21237"/>
                  <a:pt x="957839" y="0"/>
                </a:cubicBezTo>
                <a:cubicBezTo>
                  <a:pt x="1084586" y="21237"/>
                  <a:pt x="1301682" y="25124"/>
                  <a:pt x="1521630" y="0"/>
                </a:cubicBezTo>
                <a:cubicBezTo>
                  <a:pt x="1741578" y="-25124"/>
                  <a:pt x="1970269" y="-29139"/>
                  <a:pt x="2212729" y="0"/>
                </a:cubicBezTo>
                <a:cubicBezTo>
                  <a:pt x="2455189" y="29139"/>
                  <a:pt x="2558847" y="-4796"/>
                  <a:pt x="2734084" y="0"/>
                </a:cubicBezTo>
                <a:cubicBezTo>
                  <a:pt x="2909321" y="4796"/>
                  <a:pt x="3097217" y="-13409"/>
                  <a:pt x="3255439" y="0"/>
                </a:cubicBezTo>
                <a:cubicBezTo>
                  <a:pt x="3413662" y="13409"/>
                  <a:pt x="3979999" y="-10121"/>
                  <a:pt x="4243589" y="0"/>
                </a:cubicBezTo>
                <a:cubicBezTo>
                  <a:pt x="4244484" y="8974"/>
                  <a:pt x="4243043" y="9359"/>
                  <a:pt x="4243589" y="18288"/>
                </a:cubicBezTo>
                <a:cubicBezTo>
                  <a:pt x="4058777" y="31246"/>
                  <a:pt x="3910348" y="3158"/>
                  <a:pt x="3594926" y="18288"/>
                </a:cubicBezTo>
                <a:cubicBezTo>
                  <a:pt x="3279504" y="33418"/>
                  <a:pt x="3319955" y="-3977"/>
                  <a:pt x="3073571" y="18288"/>
                </a:cubicBezTo>
                <a:cubicBezTo>
                  <a:pt x="2827187" y="40553"/>
                  <a:pt x="2767387" y="1863"/>
                  <a:pt x="2552216" y="18288"/>
                </a:cubicBezTo>
                <a:cubicBezTo>
                  <a:pt x="2337046" y="34713"/>
                  <a:pt x="2181871" y="19527"/>
                  <a:pt x="1903553" y="18288"/>
                </a:cubicBezTo>
                <a:cubicBezTo>
                  <a:pt x="1625235" y="17049"/>
                  <a:pt x="1557672" y="24174"/>
                  <a:pt x="1212454" y="18288"/>
                </a:cubicBezTo>
                <a:cubicBezTo>
                  <a:pt x="867236" y="12402"/>
                  <a:pt x="874382" y="15627"/>
                  <a:pt x="733535" y="18288"/>
                </a:cubicBezTo>
                <a:cubicBezTo>
                  <a:pt x="592688" y="20949"/>
                  <a:pt x="183477" y="14753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243589" h="18288" stroke="0" extrusionOk="0">
                <a:moveTo>
                  <a:pt x="0" y="0"/>
                </a:moveTo>
                <a:cubicBezTo>
                  <a:pt x="143690" y="16630"/>
                  <a:pt x="266667" y="14847"/>
                  <a:pt x="521355" y="0"/>
                </a:cubicBezTo>
                <a:cubicBezTo>
                  <a:pt x="776043" y="-14847"/>
                  <a:pt x="814491" y="-17363"/>
                  <a:pt x="1000275" y="0"/>
                </a:cubicBezTo>
                <a:cubicBezTo>
                  <a:pt x="1186059" y="17363"/>
                  <a:pt x="1352504" y="-23507"/>
                  <a:pt x="1521630" y="0"/>
                </a:cubicBezTo>
                <a:cubicBezTo>
                  <a:pt x="1690756" y="23507"/>
                  <a:pt x="1889525" y="5871"/>
                  <a:pt x="2127857" y="0"/>
                </a:cubicBezTo>
                <a:cubicBezTo>
                  <a:pt x="2366189" y="-5871"/>
                  <a:pt x="2620628" y="-27997"/>
                  <a:pt x="2776520" y="0"/>
                </a:cubicBezTo>
                <a:cubicBezTo>
                  <a:pt x="2932412" y="27997"/>
                  <a:pt x="3131683" y="-25073"/>
                  <a:pt x="3467618" y="0"/>
                </a:cubicBezTo>
                <a:cubicBezTo>
                  <a:pt x="3803553" y="25073"/>
                  <a:pt x="4017371" y="3071"/>
                  <a:pt x="4243589" y="0"/>
                </a:cubicBezTo>
                <a:cubicBezTo>
                  <a:pt x="4243134" y="6162"/>
                  <a:pt x="4243492" y="11775"/>
                  <a:pt x="4243589" y="18288"/>
                </a:cubicBezTo>
                <a:cubicBezTo>
                  <a:pt x="4017834" y="-5779"/>
                  <a:pt x="3834586" y="13376"/>
                  <a:pt x="3594926" y="18288"/>
                </a:cubicBezTo>
                <a:cubicBezTo>
                  <a:pt x="3355266" y="23200"/>
                  <a:pt x="3204179" y="2869"/>
                  <a:pt x="2903827" y="18288"/>
                </a:cubicBezTo>
                <a:cubicBezTo>
                  <a:pt x="2603475" y="33707"/>
                  <a:pt x="2526187" y="46187"/>
                  <a:pt x="2212729" y="18288"/>
                </a:cubicBezTo>
                <a:cubicBezTo>
                  <a:pt x="1899271" y="-9611"/>
                  <a:pt x="1966289" y="29692"/>
                  <a:pt x="1733809" y="18288"/>
                </a:cubicBezTo>
                <a:cubicBezTo>
                  <a:pt x="1501329" y="6884"/>
                  <a:pt x="1343612" y="12492"/>
                  <a:pt x="1085146" y="18288"/>
                </a:cubicBezTo>
                <a:cubicBezTo>
                  <a:pt x="826680" y="24084"/>
                  <a:pt x="778184" y="35607"/>
                  <a:pt x="521355" y="18288"/>
                </a:cubicBezTo>
                <a:cubicBezTo>
                  <a:pt x="264526" y="969"/>
                  <a:pt x="120277" y="4268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445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18882D-3313-EA10-DF38-9C2AAE0C7A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97762" y="2749756"/>
            <a:ext cx="6251110" cy="3440732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2200" dirty="0"/>
              <a:t>SQL Server Performance Monitoring</a:t>
            </a:r>
          </a:p>
          <a:p>
            <a:r>
              <a:rPr lang="en-US" sz="2200" dirty="0"/>
              <a:t>SQL Server Dynamic Management Views</a:t>
            </a:r>
            <a:endParaRPr lang="en-US" dirty="0"/>
          </a:p>
          <a:p>
            <a:r>
              <a:rPr lang="en-US" sz="2200" dirty="0"/>
              <a:t>SQL Server Database tuning Advisor</a:t>
            </a:r>
            <a:endParaRPr lang="en-US" dirty="0"/>
          </a:p>
          <a:p>
            <a:r>
              <a:rPr lang="en-US" sz="2200" dirty="0"/>
              <a:t>SQL Server Performance Tuning Tools</a:t>
            </a:r>
          </a:p>
          <a:p>
            <a:r>
              <a:rPr lang="en-US" sz="2200" dirty="0"/>
              <a:t>Azure SQL Performance Monitoring</a:t>
            </a:r>
          </a:p>
        </p:txBody>
      </p:sp>
    </p:spTree>
    <p:extLst>
      <p:ext uri="{BB962C8B-B14F-4D97-AF65-F5344CB8AC3E}">
        <p14:creationId xmlns:p14="http://schemas.microsoft.com/office/powerpoint/2010/main" val="19798733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C9A36457-A5F4-4103-A443-02581C0918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DC5FB7E8-B636-40FA-BE8D-48145C0F5C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4"/>
            <a:ext cx="12192000" cy="2295238"/>
          </a:xfrm>
          <a:custGeom>
            <a:avLst/>
            <a:gdLst>
              <a:gd name="connsiteX0" fmla="*/ 12160143 w 12192000"/>
              <a:gd name="connsiteY0" fmla="*/ 831692 h 2079137"/>
              <a:gd name="connsiteX1" fmla="*/ 12159112 w 12192000"/>
              <a:gd name="connsiteY1" fmla="*/ 833361 h 2079137"/>
              <a:gd name="connsiteX2" fmla="*/ 12158912 w 12192000"/>
              <a:gd name="connsiteY2" fmla="*/ 832430 h 2079137"/>
              <a:gd name="connsiteX3" fmla="*/ 0 w 12192000"/>
              <a:gd name="connsiteY3" fmla="*/ 0 h 2079137"/>
              <a:gd name="connsiteX4" fmla="*/ 12192000 w 12192000"/>
              <a:gd name="connsiteY4" fmla="*/ 0 h 2079137"/>
              <a:gd name="connsiteX5" fmla="*/ 12192000 w 12192000"/>
              <a:gd name="connsiteY5" fmla="*/ 558063 h 2079137"/>
              <a:gd name="connsiteX6" fmla="*/ 12189259 w 12192000"/>
              <a:gd name="connsiteY6" fmla="*/ 810508 h 2079137"/>
              <a:gd name="connsiteX7" fmla="*/ 12170847 w 12192000"/>
              <a:gd name="connsiteY7" fmla="*/ 825280 h 2079137"/>
              <a:gd name="connsiteX8" fmla="*/ 12160143 w 12192000"/>
              <a:gd name="connsiteY8" fmla="*/ 831692 h 2079137"/>
              <a:gd name="connsiteX9" fmla="*/ 12163806 w 12192000"/>
              <a:gd name="connsiteY9" fmla="*/ 825759 h 2079137"/>
              <a:gd name="connsiteX10" fmla="*/ 12056557 w 12192000"/>
              <a:gd name="connsiteY10" fmla="*/ 810176 h 2079137"/>
              <a:gd name="connsiteX11" fmla="*/ 11900316 w 12192000"/>
              <a:gd name="connsiteY11" fmla="*/ 789618 h 2079137"/>
              <a:gd name="connsiteX12" fmla="*/ 11791206 w 12192000"/>
              <a:gd name="connsiteY12" fmla="*/ 824176 h 2079137"/>
              <a:gd name="connsiteX13" fmla="*/ 11659257 w 12192000"/>
              <a:gd name="connsiteY13" fmla="*/ 800841 h 2079137"/>
              <a:gd name="connsiteX14" fmla="*/ 11569789 w 12192000"/>
              <a:gd name="connsiteY14" fmla="*/ 797135 h 2079137"/>
              <a:gd name="connsiteX15" fmla="*/ 11367885 w 12192000"/>
              <a:gd name="connsiteY15" fmla="*/ 791985 h 2079137"/>
              <a:gd name="connsiteX16" fmla="*/ 11174663 w 12192000"/>
              <a:gd name="connsiteY16" fmla="*/ 788721 h 2079137"/>
              <a:gd name="connsiteX17" fmla="*/ 11068220 w 12192000"/>
              <a:gd name="connsiteY17" fmla="*/ 786994 h 2079137"/>
              <a:gd name="connsiteX18" fmla="*/ 10893266 w 12192000"/>
              <a:gd name="connsiteY18" fmla="*/ 794013 h 2079137"/>
              <a:gd name="connsiteX19" fmla="*/ 10844025 w 12192000"/>
              <a:gd name="connsiteY19" fmla="*/ 789857 h 2079137"/>
              <a:gd name="connsiteX20" fmla="*/ 10814353 w 12192000"/>
              <a:gd name="connsiteY20" fmla="*/ 789010 h 2079137"/>
              <a:gd name="connsiteX21" fmla="*/ 10748393 w 12192000"/>
              <a:gd name="connsiteY21" fmla="*/ 806738 h 2079137"/>
              <a:gd name="connsiteX22" fmla="*/ 10468256 w 12192000"/>
              <a:gd name="connsiteY22" fmla="*/ 778733 h 2079137"/>
              <a:gd name="connsiteX23" fmla="*/ 10256131 w 12192000"/>
              <a:gd name="connsiteY23" fmla="*/ 788332 h 2079137"/>
              <a:gd name="connsiteX24" fmla="*/ 10177442 w 12192000"/>
              <a:gd name="connsiteY24" fmla="*/ 777371 h 2079137"/>
              <a:gd name="connsiteX25" fmla="*/ 10006086 w 12192000"/>
              <a:gd name="connsiteY25" fmla="*/ 792651 h 2079137"/>
              <a:gd name="connsiteX26" fmla="*/ 9952382 w 12192000"/>
              <a:gd name="connsiteY26" fmla="*/ 815411 h 2079137"/>
              <a:gd name="connsiteX27" fmla="*/ 9926457 w 12192000"/>
              <a:gd name="connsiteY27" fmla="*/ 827295 h 2079137"/>
              <a:gd name="connsiteX28" fmla="*/ 9843405 w 12192000"/>
              <a:gd name="connsiteY28" fmla="*/ 867046 h 2079137"/>
              <a:gd name="connsiteX29" fmla="*/ 9830866 w 12192000"/>
              <a:gd name="connsiteY29" fmla="*/ 875047 h 2079137"/>
              <a:gd name="connsiteX30" fmla="*/ 9801807 w 12192000"/>
              <a:gd name="connsiteY30" fmla="*/ 872272 h 2079137"/>
              <a:gd name="connsiteX31" fmla="*/ 9785653 w 12192000"/>
              <a:gd name="connsiteY31" fmla="*/ 861743 h 2079137"/>
              <a:gd name="connsiteX32" fmla="*/ 9781177 w 12192000"/>
              <a:gd name="connsiteY32" fmla="*/ 864820 h 2079137"/>
              <a:gd name="connsiteX33" fmla="*/ 9768640 w 12192000"/>
              <a:gd name="connsiteY33" fmla="*/ 869379 h 2079137"/>
              <a:gd name="connsiteX34" fmla="*/ 9712211 w 12192000"/>
              <a:gd name="connsiteY34" fmla="*/ 900283 h 2079137"/>
              <a:gd name="connsiteX35" fmla="*/ 9689465 w 12192000"/>
              <a:gd name="connsiteY35" fmla="*/ 899268 h 2079137"/>
              <a:gd name="connsiteX36" fmla="*/ 9600339 w 12192000"/>
              <a:gd name="connsiteY36" fmla="*/ 922112 h 2079137"/>
              <a:gd name="connsiteX37" fmla="*/ 9582850 w 12192000"/>
              <a:gd name="connsiteY37" fmla="*/ 925510 h 2079137"/>
              <a:gd name="connsiteX38" fmla="*/ 9549638 w 12192000"/>
              <a:gd name="connsiteY38" fmla="*/ 940845 h 2079137"/>
              <a:gd name="connsiteX39" fmla="*/ 9539471 w 12192000"/>
              <a:gd name="connsiteY39" fmla="*/ 941799 h 2079137"/>
              <a:gd name="connsiteX40" fmla="*/ 9505592 w 12192000"/>
              <a:gd name="connsiteY40" fmla="*/ 955533 h 2079137"/>
              <a:gd name="connsiteX41" fmla="*/ 9432569 w 12192000"/>
              <a:gd name="connsiteY41" fmla="*/ 985377 h 2079137"/>
              <a:gd name="connsiteX42" fmla="*/ 9414216 w 12192000"/>
              <a:gd name="connsiteY42" fmla="*/ 992655 h 2079137"/>
              <a:gd name="connsiteX43" fmla="*/ 9397106 w 12192000"/>
              <a:gd name="connsiteY43" fmla="*/ 992980 h 2079137"/>
              <a:gd name="connsiteX44" fmla="*/ 9305108 w 12192000"/>
              <a:gd name="connsiteY44" fmla="*/ 1007767 h 2079137"/>
              <a:gd name="connsiteX45" fmla="*/ 9282434 w 12192000"/>
              <a:gd name="connsiteY45" fmla="*/ 1007523 h 2079137"/>
              <a:gd name="connsiteX46" fmla="*/ 9271941 w 12192000"/>
              <a:gd name="connsiteY46" fmla="*/ 1002839 h 2079137"/>
              <a:gd name="connsiteX47" fmla="*/ 9238227 w 12192000"/>
              <a:gd name="connsiteY47" fmla="*/ 1017668 h 2079137"/>
              <a:gd name="connsiteX48" fmla="*/ 9184265 w 12192000"/>
              <a:gd name="connsiteY48" fmla="*/ 1031275 h 2079137"/>
              <a:gd name="connsiteX49" fmla="*/ 9159000 w 12192000"/>
              <a:gd name="connsiteY49" fmla="*/ 1039569 h 2079137"/>
              <a:gd name="connsiteX50" fmla="*/ 9137031 w 12192000"/>
              <a:gd name="connsiteY50" fmla="*/ 1038699 h 2079137"/>
              <a:gd name="connsiteX51" fmla="*/ 9015702 w 12192000"/>
              <a:gd name="connsiteY51" fmla="*/ 1051400 h 2079137"/>
              <a:gd name="connsiteX52" fmla="*/ 8971403 w 12192000"/>
              <a:gd name="connsiteY52" fmla="*/ 1040542 h 2079137"/>
              <a:gd name="connsiteX53" fmla="*/ 8961826 w 12192000"/>
              <a:gd name="connsiteY53" fmla="*/ 1045364 h 2079137"/>
              <a:gd name="connsiteX54" fmla="*/ 8888623 w 12192000"/>
              <a:gd name="connsiteY54" fmla="*/ 1053908 h 2079137"/>
              <a:gd name="connsiteX55" fmla="*/ 8841066 w 12192000"/>
              <a:gd name="connsiteY55" fmla="*/ 1060421 h 2079137"/>
              <a:gd name="connsiteX56" fmla="*/ 8752342 w 12192000"/>
              <a:gd name="connsiteY56" fmla="*/ 1080646 h 2079137"/>
              <a:gd name="connsiteX57" fmla="*/ 8699139 w 12192000"/>
              <a:gd name="connsiteY57" fmla="*/ 1087885 h 2079137"/>
              <a:gd name="connsiteX58" fmla="*/ 8667273 w 12192000"/>
              <a:gd name="connsiteY58" fmla="*/ 1092062 h 2079137"/>
              <a:gd name="connsiteX59" fmla="*/ 8586064 w 12192000"/>
              <a:gd name="connsiteY59" fmla="*/ 1114603 h 2079137"/>
              <a:gd name="connsiteX60" fmla="*/ 8460312 w 12192000"/>
              <a:gd name="connsiteY60" fmla="*/ 1179878 h 2079137"/>
              <a:gd name="connsiteX61" fmla="*/ 8419023 w 12192000"/>
              <a:gd name="connsiteY61" fmla="*/ 1191748 h 2079137"/>
              <a:gd name="connsiteX62" fmla="*/ 8410939 w 12192000"/>
              <a:gd name="connsiteY62" fmla="*/ 1189696 h 2079137"/>
              <a:gd name="connsiteX63" fmla="*/ 8362040 w 12192000"/>
              <a:gd name="connsiteY63" fmla="*/ 1220820 h 2079137"/>
              <a:gd name="connsiteX64" fmla="*/ 8273677 w 12192000"/>
              <a:gd name="connsiteY64" fmla="*/ 1236495 h 2079137"/>
              <a:gd name="connsiteX65" fmla="*/ 8204283 w 12192000"/>
              <a:gd name="connsiteY65" fmla="*/ 1243537 h 2079137"/>
              <a:gd name="connsiteX66" fmla="*/ 8166550 w 12192000"/>
              <a:gd name="connsiteY66" fmla="*/ 1249551 h 2079137"/>
              <a:gd name="connsiteX67" fmla="*/ 8137785 w 12192000"/>
              <a:gd name="connsiteY67" fmla="*/ 1251636 h 2079137"/>
              <a:gd name="connsiteX68" fmla="*/ 8071596 w 12192000"/>
              <a:gd name="connsiteY68" fmla="*/ 1269274 h 2079137"/>
              <a:gd name="connsiteX69" fmla="*/ 7964816 w 12192000"/>
              <a:gd name="connsiteY69" fmla="*/ 1303668 h 2079137"/>
              <a:gd name="connsiteX70" fmla="*/ 7941495 w 12192000"/>
              <a:gd name="connsiteY70" fmla="*/ 1309821 h 2079137"/>
              <a:gd name="connsiteX71" fmla="*/ 7919123 w 12192000"/>
              <a:gd name="connsiteY71" fmla="*/ 1310466 h 2079137"/>
              <a:gd name="connsiteX72" fmla="*/ 7911902 w 12192000"/>
              <a:gd name="connsiteY72" fmla="*/ 1306569 h 2079137"/>
              <a:gd name="connsiteX73" fmla="*/ 7898703 w 12192000"/>
              <a:gd name="connsiteY73" fmla="*/ 1309208 h 2079137"/>
              <a:gd name="connsiteX74" fmla="*/ 7894703 w 12192000"/>
              <a:gd name="connsiteY74" fmla="*/ 1308939 h 2079137"/>
              <a:gd name="connsiteX75" fmla="*/ 7872267 w 12192000"/>
              <a:gd name="connsiteY75" fmla="*/ 1308370 h 2079137"/>
              <a:gd name="connsiteX76" fmla="*/ 7836454 w 12192000"/>
              <a:gd name="connsiteY76" fmla="*/ 1331265 h 2079137"/>
              <a:gd name="connsiteX77" fmla="*/ 7782451 w 12192000"/>
              <a:gd name="connsiteY77" fmla="*/ 1339601 h 2079137"/>
              <a:gd name="connsiteX78" fmla="*/ 7542969 w 12192000"/>
              <a:gd name="connsiteY78" fmla="*/ 1372495 h 2079137"/>
              <a:gd name="connsiteX79" fmla="*/ 7476832 w 12192000"/>
              <a:gd name="connsiteY79" fmla="*/ 1431655 h 2079137"/>
              <a:gd name="connsiteX80" fmla="*/ 7370237 w 12192000"/>
              <a:gd name="connsiteY80" fmla="*/ 1474339 h 2079137"/>
              <a:gd name="connsiteX81" fmla="*/ 7222223 w 12192000"/>
              <a:gd name="connsiteY81" fmla="*/ 1510199 h 2079137"/>
              <a:gd name="connsiteX82" fmla="*/ 7215703 w 12192000"/>
              <a:gd name="connsiteY82" fmla="*/ 1520424 h 2079137"/>
              <a:gd name="connsiteX83" fmla="*/ 7204548 w 12192000"/>
              <a:gd name="connsiteY83" fmla="*/ 1528145 h 2079137"/>
              <a:gd name="connsiteX84" fmla="*/ 7202038 w 12192000"/>
              <a:gd name="connsiteY84" fmla="*/ 1527954 h 2079137"/>
              <a:gd name="connsiteX85" fmla="*/ 7173860 w 12192000"/>
              <a:gd name="connsiteY85" fmla="*/ 1541605 h 2079137"/>
              <a:gd name="connsiteX86" fmla="*/ 7155079 w 12192000"/>
              <a:gd name="connsiteY86" fmla="*/ 1552495 h 2079137"/>
              <a:gd name="connsiteX87" fmla="*/ 7149757 w 12192000"/>
              <a:gd name="connsiteY87" fmla="*/ 1552732 h 2079137"/>
              <a:gd name="connsiteX88" fmla="*/ 7104804 w 12192000"/>
              <a:gd name="connsiteY88" fmla="*/ 1565792 h 2079137"/>
              <a:gd name="connsiteX89" fmla="*/ 7082824 w 12192000"/>
              <a:gd name="connsiteY89" fmla="*/ 1567947 h 2079137"/>
              <a:gd name="connsiteX90" fmla="*/ 7021520 w 12192000"/>
              <a:gd name="connsiteY90" fmla="*/ 1562334 h 2079137"/>
              <a:gd name="connsiteX91" fmla="*/ 6988956 w 12192000"/>
              <a:gd name="connsiteY91" fmla="*/ 1576442 h 2079137"/>
              <a:gd name="connsiteX92" fmla="*/ 6981922 w 12192000"/>
              <a:gd name="connsiteY92" fmla="*/ 1578821 h 2079137"/>
              <a:gd name="connsiteX93" fmla="*/ 6981583 w 12192000"/>
              <a:gd name="connsiteY93" fmla="*/ 1578678 h 2079137"/>
              <a:gd name="connsiteX94" fmla="*/ 6973762 w 12192000"/>
              <a:gd name="connsiteY94" fmla="*/ 1580811 h 2079137"/>
              <a:gd name="connsiteX95" fmla="*/ 6969093 w 12192000"/>
              <a:gd name="connsiteY95" fmla="*/ 1583157 h 2079137"/>
              <a:gd name="connsiteX96" fmla="*/ 6890037 w 12192000"/>
              <a:gd name="connsiteY96" fmla="*/ 1575825 h 2079137"/>
              <a:gd name="connsiteX97" fmla="*/ 6785054 w 12192000"/>
              <a:gd name="connsiteY97" fmla="*/ 1582200 h 2079137"/>
              <a:gd name="connsiteX98" fmla="*/ 6681692 w 12192000"/>
              <a:gd name="connsiteY98" fmla="*/ 1591296 h 2079137"/>
              <a:gd name="connsiteX99" fmla="*/ 6644556 w 12192000"/>
              <a:gd name="connsiteY99" fmla="*/ 1595940 h 2079137"/>
              <a:gd name="connsiteX100" fmla="*/ 6577106 w 12192000"/>
              <a:gd name="connsiteY100" fmla="*/ 1598261 h 2079137"/>
              <a:gd name="connsiteX101" fmla="*/ 6544183 w 12192000"/>
              <a:gd name="connsiteY101" fmla="*/ 1596149 h 2079137"/>
              <a:gd name="connsiteX102" fmla="*/ 6540921 w 12192000"/>
              <a:gd name="connsiteY102" fmla="*/ 1593857 h 2079137"/>
              <a:gd name="connsiteX103" fmla="*/ 6535046 w 12192000"/>
              <a:gd name="connsiteY103" fmla="*/ 1593283 h 2079137"/>
              <a:gd name="connsiteX104" fmla="*/ 6519853 w 12192000"/>
              <a:gd name="connsiteY104" fmla="*/ 1595771 h 2079137"/>
              <a:gd name="connsiteX105" fmla="*/ 6514280 w 12192000"/>
              <a:gd name="connsiteY105" fmla="*/ 1597376 h 2079137"/>
              <a:gd name="connsiteX106" fmla="*/ 6505824 w 12192000"/>
              <a:gd name="connsiteY106" fmla="*/ 1598298 h 2079137"/>
              <a:gd name="connsiteX107" fmla="*/ 6505573 w 12192000"/>
              <a:gd name="connsiteY107" fmla="*/ 1598109 h 2079137"/>
              <a:gd name="connsiteX108" fmla="*/ 6497741 w 12192000"/>
              <a:gd name="connsiteY108" fmla="*/ 1599392 h 2079137"/>
              <a:gd name="connsiteX109" fmla="*/ 6459992 w 12192000"/>
              <a:gd name="connsiteY109" fmla="*/ 1608358 h 2079137"/>
              <a:gd name="connsiteX110" fmla="*/ 6404572 w 12192000"/>
              <a:gd name="connsiteY110" fmla="*/ 1593771 h 2079137"/>
              <a:gd name="connsiteX111" fmla="*/ 6382671 w 12192000"/>
              <a:gd name="connsiteY111" fmla="*/ 1592612 h 2079137"/>
              <a:gd name="connsiteX112" fmla="*/ 6369843 w 12192000"/>
              <a:gd name="connsiteY112" fmla="*/ 1590015 h 2079137"/>
              <a:gd name="connsiteX113" fmla="*/ 6269740 w 12192000"/>
              <a:gd name="connsiteY113" fmla="*/ 1614633 h 2079137"/>
              <a:gd name="connsiteX114" fmla="*/ 6255405 w 12192000"/>
              <a:gd name="connsiteY114" fmla="*/ 1620529 h 2079137"/>
              <a:gd name="connsiteX115" fmla="*/ 6244248 w 12192000"/>
              <a:gd name="connsiteY115" fmla="*/ 1629561 h 2079137"/>
              <a:gd name="connsiteX116" fmla="*/ 6086396 w 12192000"/>
              <a:gd name="connsiteY116" fmla="*/ 1642666 h 2079137"/>
              <a:gd name="connsiteX117" fmla="*/ 5867429 w 12192000"/>
              <a:gd name="connsiteY117" fmla="*/ 1695554 h 2079137"/>
              <a:gd name="connsiteX118" fmla="*/ 5772864 w 12192000"/>
              <a:gd name="connsiteY118" fmla="*/ 1689002 h 2079137"/>
              <a:gd name="connsiteX119" fmla="*/ 5629833 w 12192000"/>
              <a:gd name="connsiteY119" fmla="*/ 1713273 h 2079137"/>
              <a:gd name="connsiteX120" fmla="*/ 5504771 w 12192000"/>
              <a:gd name="connsiteY120" fmla="*/ 1725744 h 2079137"/>
              <a:gd name="connsiteX121" fmla="*/ 5490967 w 12192000"/>
              <a:gd name="connsiteY121" fmla="*/ 1726367 h 2079137"/>
              <a:gd name="connsiteX122" fmla="*/ 5486015 w 12192000"/>
              <a:gd name="connsiteY122" fmla="*/ 1721481 h 2079137"/>
              <a:gd name="connsiteX123" fmla="*/ 5439364 w 12192000"/>
              <a:gd name="connsiteY123" fmla="*/ 1721349 h 2079137"/>
              <a:gd name="connsiteX124" fmla="*/ 5350025 w 12192000"/>
              <a:gd name="connsiteY124" fmla="*/ 1729885 h 2079137"/>
              <a:gd name="connsiteX125" fmla="*/ 5336104 w 12192000"/>
              <a:gd name="connsiteY125" fmla="*/ 1734377 h 2079137"/>
              <a:gd name="connsiteX126" fmla="*/ 5245234 w 12192000"/>
              <a:gd name="connsiteY126" fmla="*/ 1738520 h 2079137"/>
              <a:gd name="connsiteX127" fmla="*/ 5182955 w 12192000"/>
              <a:gd name="connsiteY127" fmla="*/ 1744622 h 2079137"/>
              <a:gd name="connsiteX128" fmla="*/ 5169506 w 12192000"/>
              <a:gd name="connsiteY128" fmla="*/ 1748993 h 2079137"/>
              <a:gd name="connsiteX129" fmla="*/ 5154299 w 12192000"/>
              <a:gd name="connsiteY129" fmla="*/ 1744080 h 2079137"/>
              <a:gd name="connsiteX130" fmla="*/ 5149917 w 12192000"/>
              <a:gd name="connsiteY130" fmla="*/ 1739727 h 2079137"/>
              <a:gd name="connsiteX131" fmla="*/ 5100319 w 12192000"/>
              <a:gd name="connsiteY131" fmla="*/ 1745797 h 2079137"/>
              <a:gd name="connsiteX132" fmla="*/ 5094361 w 12192000"/>
              <a:gd name="connsiteY132" fmla="*/ 1745767 h 2079137"/>
              <a:gd name="connsiteX133" fmla="*/ 5053410 w 12192000"/>
              <a:gd name="connsiteY133" fmla="*/ 1742790 h 2079137"/>
              <a:gd name="connsiteX134" fmla="*/ 4992711 w 12192000"/>
              <a:gd name="connsiteY134" fmla="*/ 1734075 h 2079137"/>
              <a:gd name="connsiteX135" fmla="*/ 4930098 w 12192000"/>
              <a:gd name="connsiteY135" fmla="*/ 1717312 h 2079137"/>
              <a:gd name="connsiteX136" fmla="*/ 4893834 w 12192000"/>
              <a:gd name="connsiteY136" fmla="*/ 1710028 h 2079137"/>
              <a:gd name="connsiteX137" fmla="*/ 4868730 w 12192000"/>
              <a:gd name="connsiteY137" fmla="*/ 1702384 h 2079137"/>
              <a:gd name="connsiteX138" fmla="*/ 4797925 w 12192000"/>
              <a:gd name="connsiteY138" fmla="*/ 1695535 h 2079137"/>
              <a:gd name="connsiteX139" fmla="*/ 4677670 w 12192000"/>
              <a:gd name="connsiteY139" fmla="*/ 1689453 h 2079137"/>
              <a:gd name="connsiteX140" fmla="*/ 4634248 w 12192000"/>
              <a:gd name="connsiteY140" fmla="*/ 1680227 h 2079137"/>
              <a:gd name="connsiteX141" fmla="*/ 4632434 w 12192000"/>
              <a:gd name="connsiteY141" fmla="*/ 1674607 h 2079137"/>
              <a:gd name="connsiteX142" fmla="*/ 4619204 w 12192000"/>
              <a:gd name="connsiteY142" fmla="*/ 1672507 h 2079137"/>
              <a:gd name="connsiteX143" fmla="*/ 4616283 w 12192000"/>
              <a:gd name="connsiteY143" fmla="*/ 1670977 h 2079137"/>
              <a:gd name="connsiteX144" fmla="*/ 4598926 w 12192000"/>
              <a:gd name="connsiteY144" fmla="*/ 1663178 h 2079137"/>
              <a:gd name="connsiteX145" fmla="*/ 4547069 w 12192000"/>
              <a:gd name="connsiteY145" fmla="*/ 1670642 h 2079137"/>
              <a:gd name="connsiteX146" fmla="*/ 4523516 w 12192000"/>
              <a:gd name="connsiteY146" fmla="*/ 1669785 h 2079137"/>
              <a:gd name="connsiteX147" fmla="*/ 4500586 w 12192000"/>
              <a:gd name="connsiteY147" fmla="*/ 1675912 h 2079137"/>
              <a:gd name="connsiteX148" fmla="*/ 4488196 w 12192000"/>
              <a:gd name="connsiteY148" fmla="*/ 1683463 h 2079137"/>
              <a:gd name="connsiteX149" fmla="*/ 4445463 w 12192000"/>
              <a:gd name="connsiteY149" fmla="*/ 1695634 h 2079137"/>
              <a:gd name="connsiteX150" fmla="*/ 4446550 w 12192000"/>
              <a:gd name="connsiteY150" fmla="*/ 1680538 h 2079137"/>
              <a:gd name="connsiteX151" fmla="*/ 4365375 w 12192000"/>
              <a:gd name="connsiteY151" fmla="*/ 1697935 h 2079137"/>
              <a:gd name="connsiteX152" fmla="*/ 4305123 w 12192000"/>
              <a:gd name="connsiteY152" fmla="*/ 1714185 h 2079137"/>
              <a:gd name="connsiteX153" fmla="*/ 4292665 w 12192000"/>
              <a:gd name="connsiteY153" fmla="*/ 1720703 h 2079137"/>
              <a:gd name="connsiteX154" fmla="*/ 4276789 w 12192000"/>
              <a:gd name="connsiteY154" fmla="*/ 1718367 h 2079137"/>
              <a:gd name="connsiteX155" fmla="*/ 4271683 w 12192000"/>
              <a:gd name="connsiteY155" fmla="*/ 1714801 h 2079137"/>
              <a:gd name="connsiteX156" fmla="*/ 4223918 w 12192000"/>
              <a:gd name="connsiteY156" fmla="*/ 1728936 h 2079137"/>
              <a:gd name="connsiteX157" fmla="*/ 4218039 w 12192000"/>
              <a:gd name="connsiteY157" fmla="*/ 1729885 h 2079137"/>
              <a:gd name="connsiteX158" fmla="*/ 4177153 w 12192000"/>
              <a:gd name="connsiteY158" fmla="*/ 1733691 h 2079137"/>
              <a:gd name="connsiteX159" fmla="*/ 4051032 w 12192000"/>
              <a:gd name="connsiteY159" fmla="*/ 1728886 h 2079137"/>
              <a:gd name="connsiteX160" fmla="*/ 4013978 w 12192000"/>
              <a:gd name="connsiteY160" fmla="*/ 1727679 h 2079137"/>
              <a:gd name="connsiteX161" fmla="*/ 3987857 w 12192000"/>
              <a:gd name="connsiteY161" fmla="*/ 1724282 h 2079137"/>
              <a:gd name="connsiteX162" fmla="*/ 3916852 w 12192000"/>
              <a:gd name="connsiteY162" fmla="*/ 1729184 h 2079137"/>
              <a:gd name="connsiteX163" fmla="*/ 3797263 w 12192000"/>
              <a:gd name="connsiteY163" fmla="*/ 1742976 h 2079137"/>
              <a:gd name="connsiteX164" fmla="*/ 3752806 w 12192000"/>
              <a:gd name="connsiteY164" fmla="*/ 1741033 h 2079137"/>
              <a:gd name="connsiteX165" fmla="*/ 3749997 w 12192000"/>
              <a:gd name="connsiteY165" fmla="*/ 1735799 h 2079137"/>
              <a:gd name="connsiteX166" fmla="*/ 3736582 w 12192000"/>
              <a:gd name="connsiteY166" fmla="*/ 1735907 h 2079137"/>
              <a:gd name="connsiteX167" fmla="*/ 3733428 w 12192000"/>
              <a:gd name="connsiteY167" fmla="*/ 1734881 h 2079137"/>
              <a:gd name="connsiteX168" fmla="*/ 3714911 w 12192000"/>
              <a:gd name="connsiteY168" fmla="*/ 1730056 h 2079137"/>
              <a:gd name="connsiteX169" fmla="*/ 3665172 w 12192000"/>
              <a:gd name="connsiteY169" fmla="*/ 1745936 h 2079137"/>
              <a:gd name="connsiteX170" fmla="*/ 3552006 w 12192000"/>
              <a:gd name="connsiteY170" fmla="*/ 1755220 h 2079137"/>
              <a:gd name="connsiteX171" fmla="*/ 3390301 w 12192000"/>
              <a:gd name="connsiteY171" fmla="*/ 1762546 h 2079137"/>
              <a:gd name="connsiteX172" fmla="*/ 3264312 w 12192000"/>
              <a:gd name="connsiteY172" fmla="*/ 1774620 h 2079137"/>
              <a:gd name="connsiteX173" fmla="*/ 3106901 w 12192000"/>
              <a:gd name="connsiteY173" fmla="*/ 1804264 h 2079137"/>
              <a:gd name="connsiteX174" fmla="*/ 2993303 w 12192000"/>
              <a:gd name="connsiteY174" fmla="*/ 1806542 h 2079137"/>
              <a:gd name="connsiteX175" fmla="*/ 2979115 w 12192000"/>
              <a:gd name="connsiteY175" fmla="*/ 1815432 h 2079137"/>
              <a:gd name="connsiteX176" fmla="*/ 2963118 w 12192000"/>
              <a:gd name="connsiteY176" fmla="*/ 1820962 h 2079137"/>
              <a:gd name="connsiteX177" fmla="*/ 2961156 w 12192000"/>
              <a:gd name="connsiteY177" fmla="*/ 1820297 h 2079137"/>
              <a:gd name="connsiteX178" fmla="*/ 2925719 w 12192000"/>
              <a:gd name="connsiteY178" fmla="*/ 1828468 h 2079137"/>
              <a:gd name="connsiteX179" fmla="*/ 2857951 w 12192000"/>
              <a:gd name="connsiteY179" fmla="*/ 1842496 h 2079137"/>
              <a:gd name="connsiteX180" fmla="*/ 2857427 w 12192000"/>
              <a:gd name="connsiteY180" fmla="*/ 1841591 h 2079137"/>
              <a:gd name="connsiteX181" fmla="*/ 2846731 w 12192000"/>
              <a:gd name="connsiteY181" fmla="*/ 1839316 h 2079137"/>
              <a:gd name="connsiteX182" fmla="*/ 2826290 w 12192000"/>
              <a:gd name="connsiteY182" fmla="*/ 1837274 h 2079137"/>
              <a:gd name="connsiteX183" fmla="*/ 2779146 w 12192000"/>
              <a:gd name="connsiteY183" fmla="*/ 1820071 h 2079137"/>
              <a:gd name="connsiteX184" fmla="*/ 2739608 w 12192000"/>
              <a:gd name="connsiteY184" fmla="*/ 1827861 h 2079137"/>
              <a:gd name="connsiteX185" fmla="*/ 2731631 w 12192000"/>
              <a:gd name="connsiteY185" fmla="*/ 1828881 h 2079137"/>
              <a:gd name="connsiteX186" fmla="*/ 2731464 w 12192000"/>
              <a:gd name="connsiteY186" fmla="*/ 1828677 h 2079137"/>
              <a:gd name="connsiteX187" fmla="*/ 2723037 w 12192000"/>
              <a:gd name="connsiteY187" fmla="*/ 1829303 h 2079137"/>
              <a:gd name="connsiteX188" fmla="*/ 2701616 w 12192000"/>
              <a:gd name="connsiteY188" fmla="*/ 1832725 h 2079137"/>
              <a:gd name="connsiteX189" fmla="*/ 2696239 w 12192000"/>
              <a:gd name="connsiteY189" fmla="*/ 1831904 h 2079137"/>
              <a:gd name="connsiteX190" fmla="*/ 2663445 w 12192000"/>
              <a:gd name="connsiteY190" fmla="*/ 1825958 h 2079137"/>
              <a:gd name="connsiteX191" fmla="*/ 2560925 w 12192000"/>
              <a:gd name="connsiteY191" fmla="*/ 1829094 h 2079137"/>
              <a:gd name="connsiteX192" fmla="*/ 2458739 w 12192000"/>
              <a:gd name="connsiteY192" fmla="*/ 1834479 h 2079137"/>
              <a:gd name="connsiteX193" fmla="*/ 2356074 w 12192000"/>
              <a:gd name="connsiteY193" fmla="*/ 1836991 h 2079137"/>
              <a:gd name="connsiteX194" fmla="*/ 2304241 w 12192000"/>
              <a:gd name="connsiteY194" fmla="*/ 1822021 h 2079137"/>
              <a:gd name="connsiteX195" fmla="*/ 2298362 w 12192000"/>
              <a:gd name="connsiteY195" fmla="*/ 1822125 h 2079137"/>
              <a:gd name="connsiteX196" fmla="*/ 2283527 w 12192000"/>
              <a:gd name="connsiteY196" fmla="*/ 1826361 h 2079137"/>
              <a:gd name="connsiteX197" fmla="*/ 2278150 w 12192000"/>
              <a:gd name="connsiteY197" fmla="*/ 1828604 h 2079137"/>
              <a:gd name="connsiteX198" fmla="*/ 2269853 w 12192000"/>
              <a:gd name="connsiteY198" fmla="*/ 1830502 h 2079137"/>
              <a:gd name="connsiteX199" fmla="*/ 2269585 w 12192000"/>
              <a:gd name="connsiteY199" fmla="*/ 1830341 h 2079137"/>
              <a:gd name="connsiteX200" fmla="*/ 2225332 w 12192000"/>
              <a:gd name="connsiteY200" fmla="*/ 1845825 h 2079137"/>
              <a:gd name="connsiteX201" fmla="*/ 2169048 w 12192000"/>
              <a:gd name="connsiteY201" fmla="*/ 1837658 h 2079137"/>
              <a:gd name="connsiteX202" fmla="*/ 2147231 w 12192000"/>
              <a:gd name="connsiteY202" fmla="*/ 1839027 h 2079137"/>
              <a:gd name="connsiteX203" fmla="*/ 2135241 w 12192000"/>
              <a:gd name="connsiteY203" fmla="*/ 1838652 h 2079137"/>
              <a:gd name="connsiteX204" fmla="*/ 2099215 w 12192000"/>
              <a:gd name="connsiteY204" fmla="*/ 1850768 h 2079137"/>
              <a:gd name="connsiteX205" fmla="*/ 2094046 w 12192000"/>
              <a:gd name="connsiteY205" fmla="*/ 1850806 h 2079137"/>
              <a:gd name="connsiteX206" fmla="*/ 2071850 w 12192000"/>
              <a:gd name="connsiteY206" fmla="*/ 1861319 h 2079137"/>
              <a:gd name="connsiteX207" fmla="*/ 2039607 w 12192000"/>
              <a:gd name="connsiteY207" fmla="*/ 1874318 h 2079137"/>
              <a:gd name="connsiteX208" fmla="*/ 2037289 w 12192000"/>
              <a:gd name="connsiteY208" fmla="*/ 1874025 h 2079137"/>
              <a:gd name="connsiteX209" fmla="*/ 2023615 w 12192000"/>
              <a:gd name="connsiteY209" fmla="*/ 1881562 h 2079137"/>
              <a:gd name="connsiteX210" fmla="*/ 1957176 w 12192000"/>
              <a:gd name="connsiteY210" fmla="*/ 1898709 h 2079137"/>
              <a:gd name="connsiteX211" fmla="*/ 1858081 w 12192000"/>
              <a:gd name="connsiteY211" fmla="*/ 1923144 h 2079137"/>
              <a:gd name="connsiteX212" fmla="*/ 1738865 w 12192000"/>
              <a:gd name="connsiteY212" fmla="*/ 1944965 h 2079137"/>
              <a:gd name="connsiteX213" fmla="*/ 1616692 w 12192000"/>
              <a:gd name="connsiteY213" fmla="*/ 1989107 h 2079137"/>
              <a:gd name="connsiteX214" fmla="*/ 1411898 w 12192000"/>
              <a:gd name="connsiteY214" fmla="*/ 2046254 h 2079137"/>
              <a:gd name="connsiteX215" fmla="*/ 1375780 w 12192000"/>
              <a:gd name="connsiteY215" fmla="*/ 2047961 h 2079137"/>
              <a:gd name="connsiteX216" fmla="*/ 1375707 w 12192000"/>
              <a:gd name="connsiteY216" fmla="*/ 2047981 h 2079137"/>
              <a:gd name="connsiteX217" fmla="*/ 1285585 w 12192000"/>
              <a:gd name="connsiteY217" fmla="*/ 2047113 h 2079137"/>
              <a:gd name="connsiteX218" fmla="*/ 1263658 w 12192000"/>
              <a:gd name="connsiteY218" fmla="*/ 2041397 h 2079137"/>
              <a:gd name="connsiteX219" fmla="*/ 1170403 w 12192000"/>
              <a:gd name="connsiteY219" fmla="*/ 2033399 h 2079137"/>
              <a:gd name="connsiteX220" fmla="*/ 1153718 w 12192000"/>
              <a:gd name="connsiteY220" fmla="*/ 2029576 h 2079137"/>
              <a:gd name="connsiteX221" fmla="*/ 1133937 w 12192000"/>
              <a:gd name="connsiteY221" fmla="*/ 2032149 h 2079137"/>
              <a:gd name="connsiteX222" fmla="*/ 1054999 w 12192000"/>
              <a:gd name="connsiteY222" fmla="*/ 2043242 h 2079137"/>
              <a:gd name="connsiteX223" fmla="*/ 1018405 w 12192000"/>
              <a:gd name="connsiteY223" fmla="*/ 2048281 h 2079137"/>
              <a:gd name="connsiteX224" fmla="*/ 1016563 w 12192000"/>
              <a:gd name="connsiteY224" fmla="*/ 2051718 h 2079137"/>
              <a:gd name="connsiteX225" fmla="*/ 1008284 w 12192000"/>
              <a:gd name="connsiteY225" fmla="*/ 2046742 h 2079137"/>
              <a:gd name="connsiteX226" fmla="*/ 981974 w 12192000"/>
              <a:gd name="connsiteY226" fmla="*/ 2048363 h 2079137"/>
              <a:gd name="connsiteX227" fmla="*/ 971903 w 12192000"/>
              <a:gd name="connsiteY227" fmla="*/ 2053484 h 2079137"/>
              <a:gd name="connsiteX228" fmla="*/ 954015 w 12192000"/>
              <a:gd name="connsiteY228" fmla="*/ 2052529 h 2079137"/>
              <a:gd name="connsiteX229" fmla="*/ 839571 w 12192000"/>
              <a:gd name="connsiteY229" fmla="*/ 2046509 h 2079137"/>
              <a:gd name="connsiteX230" fmla="*/ 823321 w 12192000"/>
              <a:gd name="connsiteY230" fmla="*/ 2054296 h 2079137"/>
              <a:gd name="connsiteX231" fmla="*/ 800990 w 12192000"/>
              <a:gd name="connsiteY231" fmla="*/ 2051523 h 2079137"/>
              <a:gd name="connsiteX232" fmla="*/ 776439 w 12192000"/>
              <a:gd name="connsiteY232" fmla="*/ 2062634 h 2079137"/>
              <a:gd name="connsiteX233" fmla="*/ 763041 w 12192000"/>
              <a:gd name="connsiteY233" fmla="*/ 2063995 h 2079137"/>
              <a:gd name="connsiteX234" fmla="*/ 757863 w 12192000"/>
              <a:gd name="connsiteY234" fmla="*/ 2065877 h 2079137"/>
              <a:gd name="connsiteX235" fmla="*/ 745053 w 12192000"/>
              <a:gd name="connsiteY235" fmla="*/ 2051831 h 2079137"/>
              <a:gd name="connsiteX236" fmla="*/ 722609 w 12192000"/>
              <a:gd name="connsiteY236" fmla="*/ 2049504 h 2079137"/>
              <a:gd name="connsiteX237" fmla="*/ 717618 w 12192000"/>
              <a:gd name="connsiteY237" fmla="*/ 2042131 h 2079137"/>
              <a:gd name="connsiteX238" fmla="*/ 703285 w 12192000"/>
              <a:gd name="connsiteY238" fmla="*/ 2046808 h 2079137"/>
              <a:gd name="connsiteX239" fmla="*/ 680199 w 12192000"/>
              <a:gd name="connsiteY239" fmla="*/ 2051947 h 2079137"/>
              <a:gd name="connsiteX240" fmla="*/ 667351 w 12192000"/>
              <a:gd name="connsiteY240" fmla="*/ 2054469 h 2079137"/>
              <a:gd name="connsiteX241" fmla="*/ 660961 w 12192000"/>
              <a:gd name="connsiteY241" fmla="*/ 2049404 h 2079137"/>
              <a:gd name="connsiteX242" fmla="*/ 638282 w 12192000"/>
              <a:gd name="connsiteY242" fmla="*/ 2060093 h 2079137"/>
              <a:gd name="connsiteX243" fmla="*/ 583551 w 12192000"/>
              <a:gd name="connsiteY243" fmla="*/ 2070197 h 2079137"/>
              <a:gd name="connsiteX244" fmla="*/ 525274 w 12192000"/>
              <a:gd name="connsiteY244" fmla="*/ 2079137 h 2079137"/>
              <a:gd name="connsiteX245" fmla="*/ 405635 w 12192000"/>
              <a:gd name="connsiteY245" fmla="*/ 2059339 h 2079137"/>
              <a:gd name="connsiteX246" fmla="*/ 281555 w 12192000"/>
              <a:gd name="connsiteY246" fmla="*/ 2022847 h 2079137"/>
              <a:gd name="connsiteX247" fmla="*/ 98513 w 12192000"/>
              <a:gd name="connsiteY247" fmla="*/ 1969504 h 2079137"/>
              <a:gd name="connsiteX248" fmla="*/ 56191 w 12192000"/>
              <a:gd name="connsiteY248" fmla="*/ 1950709 h 2079137"/>
              <a:gd name="connsiteX249" fmla="*/ 0 w 12192000"/>
              <a:gd name="connsiteY249" fmla="*/ 1935789 h 20791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</a:cxnLst>
            <a:rect l="l" t="t" r="r" b="b"/>
            <a:pathLst>
              <a:path w="12192000" h="2079137">
                <a:moveTo>
                  <a:pt x="12160143" y="831692"/>
                </a:moveTo>
                <a:lnTo>
                  <a:pt x="12159112" y="833361"/>
                </a:lnTo>
                <a:cubicBezTo>
                  <a:pt x="12157915" y="833832"/>
                  <a:pt x="12157402" y="833649"/>
                  <a:pt x="12158912" y="832430"/>
                </a:cubicBez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558063"/>
                </a:lnTo>
                <a:lnTo>
                  <a:pt x="12189259" y="810508"/>
                </a:lnTo>
                <a:lnTo>
                  <a:pt x="12170847" y="825280"/>
                </a:lnTo>
                <a:lnTo>
                  <a:pt x="12160143" y="831692"/>
                </a:lnTo>
                <a:lnTo>
                  <a:pt x="12163806" y="825759"/>
                </a:lnTo>
                <a:cubicBezTo>
                  <a:pt x="12125449" y="821525"/>
                  <a:pt x="12082203" y="824698"/>
                  <a:pt x="12056557" y="810176"/>
                </a:cubicBezTo>
                <a:cubicBezTo>
                  <a:pt x="12050902" y="790976"/>
                  <a:pt x="11923731" y="799312"/>
                  <a:pt x="11900316" y="789618"/>
                </a:cubicBezTo>
                <a:cubicBezTo>
                  <a:pt x="11841702" y="803374"/>
                  <a:pt x="11823963" y="832645"/>
                  <a:pt x="11791206" y="824176"/>
                </a:cubicBezTo>
                <a:cubicBezTo>
                  <a:pt x="11768977" y="817380"/>
                  <a:pt x="11683857" y="828947"/>
                  <a:pt x="11659257" y="800841"/>
                </a:cubicBezTo>
                <a:cubicBezTo>
                  <a:pt x="11617173" y="818107"/>
                  <a:pt x="11602556" y="790694"/>
                  <a:pt x="11569789" y="797135"/>
                </a:cubicBezTo>
                <a:cubicBezTo>
                  <a:pt x="11498310" y="795094"/>
                  <a:pt x="11458472" y="819882"/>
                  <a:pt x="11367885" y="791985"/>
                </a:cubicBezTo>
                <a:cubicBezTo>
                  <a:pt x="11325508" y="798158"/>
                  <a:pt x="11266580" y="755023"/>
                  <a:pt x="11174663" y="788721"/>
                </a:cubicBezTo>
                <a:cubicBezTo>
                  <a:pt x="11122703" y="792192"/>
                  <a:pt x="11150009" y="775410"/>
                  <a:pt x="11068220" y="786994"/>
                </a:cubicBezTo>
                <a:cubicBezTo>
                  <a:pt x="11046931" y="759861"/>
                  <a:pt x="10919185" y="793102"/>
                  <a:pt x="10893266" y="794013"/>
                </a:cubicBezTo>
                <a:cubicBezTo>
                  <a:pt x="10874184" y="776189"/>
                  <a:pt x="10862860" y="788743"/>
                  <a:pt x="10844025" y="789857"/>
                </a:cubicBezTo>
                <a:cubicBezTo>
                  <a:pt x="10836453" y="779294"/>
                  <a:pt x="10820690" y="778184"/>
                  <a:pt x="10814353" y="789010"/>
                </a:cubicBezTo>
                <a:cubicBezTo>
                  <a:pt x="10819669" y="816016"/>
                  <a:pt x="10754019" y="789067"/>
                  <a:pt x="10748393" y="806738"/>
                </a:cubicBezTo>
                <a:cubicBezTo>
                  <a:pt x="10687156" y="807873"/>
                  <a:pt x="10550299" y="781800"/>
                  <a:pt x="10468256" y="778733"/>
                </a:cubicBezTo>
                <a:cubicBezTo>
                  <a:pt x="10436666" y="770025"/>
                  <a:pt x="10371995" y="797252"/>
                  <a:pt x="10256131" y="788332"/>
                </a:cubicBezTo>
                <a:cubicBezTo>
                  <a:pt x="10240995" y="781626"/>
                  <a:pt x="10182664" y="765742"/>
                  <a:pt x="10177442" y="777371"/>
                </a:cubicBezTo>
                <a:cubicBezTo>
                  <a:pt x="10141447" y="775683"/>
                  <a:pt x="10030323" y="810071"/>
                  <a:pt x="10006086" y="792651"/>
                </a:cubicBezTo>
                <a:cubicBezTo>
                  <a:pt x="10009448" y="818833"/>
                  <a:pt x="9960389" y="791426"/>
                  <a:pt x="9952382" y="815411"/>
                </a:cubicBezTo>
                <a:lnTo>
                  <a:pt x="9926457" y="827295"/>
                </a:lnTo>
                <a:lnTo>
                  <a:pt x="9843405" y="867046"/>
                </a:lnTo>
                <a:lnTo>
                  <a:pt x="9830866" y="875047"/>
                </a:lnTo>
                <a:lnTo>
                  <a:pt x="9801807" y="872272"/>
                </a:lnTo>
                <a:lnTo>
                  <a:pt x="9785653" y="861743"/>
                </a:lnTo>
                <a:lnTo>
                  <a:pt x="9781177" y="864820"/>
                </a:lnTo>
                <a:cubicBezTo>
                  <a:pt x="9776153" y="871003"/>
                  <a:pt x="9773556" y="874842"/>
                  <a:pt x="9768640" y="869379"/>
                </a:cubicBezTo>
                <a:lnTo>
                  <a:pt x="9712211" y="900283"/>
                </a:lnTo>
                <a:cubicBezTo>
                  <a:pt x="9706243" y="902750"/>
                  <a:pt x="9698952" y="902954"/>
                  <a:pt x="9689465" y="899268"/>
                </a:cubicBezTo>
                <a:cubicBezTo>
                  <a:pt x="9670819" y="902906"/>
                  <a:pt x="9618108" y="917739"/>
                  <a:pt x="9600339" y="922112"/>
                </a:cubicBezTo>
                <a:lnTo>
                  <a:pt x="9582850" y="925510"/>
                </a:lnTo>
                <a:cubicBezTo>
                  <a:pt x="9574400" y="928631"/>
                  <a:pt x="9556868" y="938130"/>
                  <a:pt x="9549638" y="940845"/>
                </a:cubicBezTo>
                <a:cubicBezTo>
                  <a:pt x="9543792" y="942327"/>
                  <a:pt x="9546812" y="939351"/>
                  <a:pt x="9539471" y="941799"/>
                </a:cubicBezTo>
                <a:cubicBezTo>
                  <a:pt x="9538994" y="947702"/>
                  <a:pt x="9536009" y="953248"/>
                  <a:pt x="9505592" y="955533"/>
                </a:cubicBezTo>
                <a:cubicBezTo>
                  <a:pt x="9486013" y="968563"/>
                  <a:pt x="9460860" y="978842"/>
                  <a:pt x="9432569" y="985377"/>
                </a:cubicBezTo>
                <a:cubicBezTo>
                  <a:pt x="9426990" y="980335"/>
                  <a:pt x="9418918" y="990185"/>
                  <a:pt x="9414216" y="992655"/>
                </a:cubicBezTo>
                <a:cubicBezTo>
                  <a:pt x="9412644" y="989014"/>
                  <a:pt x="9400057" y="989255"/>
                  <a:pt x="9397106" y="992980"/>
                </a:cubicBezTo>
                <a:cubicBezTo>
                  <a:pt x="9314093" y="1020862"/>
                  <a:pt x="9349678" y="978420"/>
                  <a:pt x="9305108" y="1007767"/>
                </a:cubicBezTo>
                <a:cubicBezTo>
                  <a:pt x="9296670" y="1010324"/>
                  <a:pt x="9289251" y="1009612"/>
                  <a:pt x="9282434" y="1007523"/>
                </a:cubicBezTo>
                <a:lnTo>
                  <a:pt x="9271941" y="1002839"/>
                </a:lnTo>
                <a:lnTo>
                  <a:pt x="9238227" y="1017668"/>
                </a:lnTo>
                <a:cubicBezTo>
                  <a:pt x="9221294" y="1023415"/>
                  <a:pt x="9203166" y="1027997"/>
                  <a:pt x="9184265" y="1031275"/>
                </a:cubicBezTo>
                <a:cubicBezTo>
                  <a:pt x="9178371" y="1024135"/>
                  <a:pt x="9165618" y="1036637"/>
                  <a:pt x="9159000" y="1039569"/>
                </a:cubicBezTo>
                <a:cubicBezTo>
                  <a:pt x="9157881" y="1034602"/>
                  <a:pt x="9141725" y="1033964"/>
                  <a:pt x="9137031" y="1038699"/>
                </a:cubicBezTo>
                <a:cubicBezTo>
                  <a:pt x="9023973" y="1069523"/>
                  <a:pt x="9079946" y="1015706"/>
                  <a:pt x="9015702" y="1051400"/>
                </a:cubicBezTo>
                <a:lnTo>
                  <a:pt x="8971403" y="1040542"/>
                </a:lnTo>
                <a:lnTo>
                  <a:pt x="8961826" y="1045364"/>
                </a:lnTo>
                <a:cubicBezTo>
                  <a:pt x="8922837" y="1050010"/>
                  <a:pt x="8909116" y="1040754"/>
                  <a:pt x="8888623" y="1053908"/>
                </a:cubicBezTo>
                <a:cubicBezTo>
                  <a:pt x="8850424" y="1035587"/>
                  <a:pt x="8865892" y="1054194"/>
                  <a:pt x="8841066" y="1060421"/>
                </a:cubicBezTo>
                <a:cubicBezTo>
                  <a:pt x="8818353" y="1064878"/>
                  <a:pt x="8775995" y="1076068"/>
                  <a:pt x="8752342" y="1080646"/>
                </a:cubicBezTo>
                <a:cubicBezTo>
                  <a:pt x="8736966" y="1099406"/>
                  <a:pt x="8723186" y="1079948"/>
                  <a:pt x="8699139" y="1087885"/>
                </a:cubicBezTo>
                <a:cubicBezTo>
                  <a:pt x="8688630" y="1095506"/>
                  <a:pt x="8680324" y="1097539"/>
                  <a:pt x="8667273" y="1092062"/>
                </a:cubicBezTo>
                <a:cubicBezTo>
                  <a:pt x="8619205" y="1128818"/>
                  <a:pt x="8634590" y="1097116"/>
                  <a:pt x="8586064" y="1114603"/>
                </a:cubicBezTo>
                <a:cubicBezTo>
                  <a:pt x="8544721" y="1131913"/>
                  <a:pt x="8496602" y="1145520"/>
                  <a:pt x="8460312" y="1179878"/>
                </a:cubicBezTo>
                <a:cubicBezTo>
                  <a:pt x="8454266" y="1189140"/>
                  <a:pt x="8435781" y="1194455"/>
                  <a:pt x="8419023" y="1191748"/>
                </a:cubicBezTo>
                <a:cubicBezTo>
                  <a:pt x="8416138" y="1191283"/>
                  <a:pt x="8413416" y="1190591"/>
                  <a:pt x="8410939" y="1189696"/>
                </a:cubicBezTo>
                <a:cubicBezTo>
                  <a:pt x="8390077" y="1213458"/>
                  <a:pt x="8370324" y="1205397"/>
                  <a:pt x="8362040" y="1220820"/>
                </a:cubicBezTo>
                <a:cubicBezTo>
                  <a:pt x="8320616" y="1231942"/>
                  <a:pt x="8281663" y="1222882"/>
                  <a:pt x="8273677" y="1236495"/>
                </a:cubicBezTo>
                <a:cubicBezTo>
                  <a:pt x="8251358" y="1238573"/>
                  <a:pt x="8216738" y="1228341"/>
                  <a:pt x="8204283" y="1243537"/>
                </a:cubicBezTo>
                <a:cubicBezTo>
                  <a:pt x="8198634" y="1233135"/>
                  <a:pt x="8181550" y="1254947"/>
                  <a:pt x="8166550" y="1249551"/>
                </a:cubicBezTo>
                <a:cubicBezTo>
                  <a:pt x="8155570" y="1244572"/>
                  <a:pt x="8147825" y="1250027"/>
                  <a:pt x="8137785" y="1251636"/>
                </a:cubicBezTo>
                <a:cubicBezTo>
                  <a:pt x="8123427" y="1248361"/>
                  <a:pt x="8081662" y="1261833"/>
                  <a:pt x="8071596" y="1269274"/>
                </a:cubicBezTo>
                <a:cubicBezTo>
                  <a:pt x="8048949" y="1293759"/>
                  <a:pt x="7983924" y="1284712"/>
                  <a:pt x="7964816" y="1303668"/>
                </a:cubicBezTo>
                <a:cubicBezTo>
                  <a:pt x="7957137" y="1306992"/>
                  <a:pt x="7949335" y="1308861"/>
                  <a:pt x="7941495" y="1309821"/>
                </a:cubicBezTo>
                <a:lnTo>
                  <a:pt x="7919123" y="1310466"/>
                </a:lnTo>
                <a:lnTo>
                  <a:pt x="7911902" y="1306569"/>
                </a:lnTo>
                <a:lnTo>
                  <a:pt x="7898703" y="1309208"/>
                </a:lnTo>
                <a:lnTo>
                  <a:pt x="7894703" y="1308939"/>
                </a:lnTo>
                <a:lnTo>
                  <a:pt x="7872267" y="1308370"/>
                </a:lnTo>
                <a:cubicBezTo>
                  <a:pt x="7886550" y="1330359"/>
                  <a:pt x="7812648" y="1314851"/>
                  <a:pt x="7836454" y="1331265"/>
                </a:cubicBezTo>
                <a:cubicBezTo>
                  <a:pt x="7798907" y="1336933"/>
                  <a:pt x="7831419" y="1351068"/>
                  <a:pt x="7782451" y="1339601"/>
                </a:cubicBezTo>
                <a:cubicBezTo>
                  <a:pt x="7727636" y="1365002"/>
                  <a:pt x="7583002" y="1338768"/>
                  <a:pt x="7542969" y="1372495"/>
                </a:cubicBezTo>
                <a:cubicBezTo>
                  <a:pt x="7546396" y="1360942"/>
                  <a:pt x="7492851" y="1424323"/>
                  <a:pt x="7476832" y="1431655"/>
                </a:cubicBezTo>
                <a:cubicBezTo>
                  <a:pt x="7439619" y="1443703"/>
                  <a:pt x="7425596" y="1454661"/>
                  <a:pt x="7370237" y="1474339"/>
                </a:cubicBezTo>
                <a:cubicBezTo>
                  <a:pt x="7316246" y="1485928"/>
                  <a:pt x="7281903" y="1512712"/>
                  <a:pt x="7222223" y="1510199"/>
                </a:cubicBezTo>
                <a:cubicBezTo>
                  <a:pt x="7221190" y="1514030"/>
                  <a:pt x="7218885" y="1517398"/>
                  <a:pt x="7215703" y="1520424"/>
                </a:cubicBezTo>
                <a:lnTo>
                  <a:pt x="7204548" y="1528145"/>
                </a:lnTo>
                <a:lnTo>
                  <a:pt x="7202038" y="1527954"/>
                </a:lnTo>
                <a:lnTo>
                  <a:pt x="7173860" y="1541605"/>
                </a:lnTo>
                <a:lnTo>
                  <a:pt x="7155079" y="1552495"/>
                </a:lnTo>
                <a:lnTo>
                  <a:pt x="7149757" y="1552732"/>
                </a:lnTo>
                <a:cubicBezTo>
                  <a:pt x="7141378" y="1554948"/>
                  <a:pt x="7115959" y="1563256"/>
                  <a:pt x="7104804" y="1565792"/>
                </a:cubicBezTo>
                <a:cubicBezTo>
                  <a:pt x="7099811" y="1550850"/>
                  <a:pt x="7096935" y="1561973"/>
                  <a:pt x="7082824" y="1567947"/>
                </a:cubicBezTo>
                <a:cubicBezTo>
                  <a:pt x="7071919" y="1546070"/>
                  <a:pt x="7039417" y="1570606"/>
                  <a:pt x="7021520" y="1562334"/>
                </a:cubicBezTo>
                <a:cubicBezTo>
                  <a:pt x="7011400" y="1567217"/>
                  <a:pt x="7000495" y="1571981"/>
                  <a:pt x="6988956" y="1576442"/>
                </a:cubicBezTo>
                <a:lnTo>
                  <a:pt x="6981922" y="1578821"/>
                </a:lnTo>
                <a:lnTo>
                  <a:pt x="6981583" y="1578678"/>
                </a:lnTo>
                <a:cubicBezTo>
                  <a:pt x="6979627" y="1578791"/>
                  <a:pt x="6977153" y="1579421"/>
                  <a:pt x="6973762" y="1580811"/>
                </a:cubicBezTo>
                <a:lnTo>
                  <a:pt x="6969093" y="1583157"/>
                </a:lnTo>
                <a:lnTo>
                  <a:pt x="6890037" y="1575825"/>
                </a:lnTo>
                <a:cubicBezTo>
                  <a:pt x="6849459" y="1579997"/>
                  <a:pt x="6820022" y="1566922"/>
                  <a:pt x="6785054" y="1582200"/>
                </a:cubicBezTo>
                <a:cubicBezTo>
                  <a:pt x="6747047" y="1586037"/>
                  <a:pt x="6712794" y="1582954"/>
                  <a:pt x="6681692" y="1591296"/>
                </a:cubicBezTo>
                <a:cubicBezTo>
                  <a:pt x="6667557" y="1587501"/>
                  <a:pt x="6654822" y="1586753"/>
                  <a:pt x="6644556" y="1595940"/>
                </a:cubicBezTo>
                <a:cubicBezTo>
                  <a:pt x="6608615" y="1597269"/>
                  <a:pt x="6597697" y="1587005"/>
                  <a:pt x="6577106" y="1598261"/>
                </a:cubicBezTo>
                <a:lnTo>
                  <a:pt x="6544183" y="1596149"/>
                </a:lnTo>
                <a:lnTo>
                  <a:pt x="6540921" y="1593857"/>
                </a:lnTo>
                <a:lnTo>
                  <a:pt x="6535046" y="1593283"/>
                </a:lnTo>
                <a:lnTo>
                  <a:pt x="6519853" y="1595771"/>
                </a:lnTo>
                <a:lnTo>
                  <a:pt x="6514280" y="1597376"/>
                </a:lnTo>
                <a:cubicBezTo>
                  <a:pt x="6510385" y="1598232"/>
                  <a:pt x="6507735" y="1598481"/>
                  <a:pt x="6505824" y="1598298"/>
                </a:cubicBezTo>
                <a:lnTo>
                  <a:pt x="6505573" y="1598109"/>
                </a:lnTo>
                <a:lnTo>
                  <a:pt x="6497741" y="1599392"/>
                </a:lnTo>
                <a:cubicBezTo>
                  <a:pt x="6484628" y="1602044"/>
                  <a:pt x="6471968" y="1605085"/>
                  <a:pt x="6459992" y="1608358"/>
                </a:cubicBezTo>
                <a:cubicBezTo>
                  <a:pt x="6447037" y="1597612"/>
                  <a:pt x="6404274" y="1616787"/>
                  <a:pt x="6404572" y="1593771"/>
                </a:cubicBezTo>
                <a:cubicBezTo>
                  <a:pt x="6388277" y="1597519"/>
                  <a:pt x="6380141" y="1607970"/>
                  <a:pt x="6382671" y="1592612"/>
                </a:cubicBezTo>
                <a:lnTo>
                  <a:pt x="6369843" y="1590015"/>
                </a:lnTo>
                <a:lnTo>
                  <a:pt x="6269740" y="1614633"/>
                </a:lnTo>
                <a:lnTo>
                  <a:pt x="6255405" y="1620529"/>
                </a:lnTo>
                <a:cubicBezTo>
                  <a:pt x="6250911" y="1623016"/>
                  <a:pt x="6247090" y="1625968"/>
                  <a:pt x="6244248" y="1629561"/>
                </a:cubicBezTo>
                <a:cubicBezTo>
                  <a:pt x="6188859" y="1618246"/>
                  <a:pt x="6143250" y="1639346"/>
                  <a:pt x="6086396" y="1642666"/>
                </a:cubicBezTo>
                <a:cubicBezTo>
                  <a:pt x="6024311" y="1653696"/>
                  <a:pt x="5889522" y="1686499"/>
                  <a:pt x="5867429" y="1695554"/>
                </a:cubicBezTo>
                <a:cubicBezTo>
                  <a:pt x="5848669" y="1700350"/>
                  <a:pt x="5763994" y="1699795"/>
                  <a:pt x="5772864" y="1689002"/>
                </a:cubicBezTo>
                <a:cubicBezTo>
                  <a:pt x="5718480" y="1716048"/>
                  <a:pt x="5694188" y="1696562"/>
                  <a:pt x="5629833" y="1713273"/>
                </a:cubicBezTo>
                <a:lnTo>
                  <a:pt x="5504771" y="1725744"/>
                </a:lnTo>
                <a:lnTo>
                  <a:pt x="5490967" y="1726367"/>
                </a:lnTo>
                <a:lnTo>
                  <a:pt x="5486015" y="1721481"/>
                </a:lnTo>
                <a:lnTo>
                  <a:pt x="5439364" y="1721349"/>
                </a:lnTo>
                <a:cubicBezTo>
                  <a:pt x="5418850" y="1733129"/>
                  <a:pt x="5381503" y="1725668"/>
                  <a:pt x="5350025" y="1729885"/>
                </a:cubicBezTo>
                <a:lnTo>
                  <a:pt x="5336104" y="1734377"/>
                </a:lnTo>
                <a:lnTo>
                  <a:pt x="5245234" y="1738520"/>
                </a:lnTo>
                <a:lnTo>
                  <a:pt x="5182955" y="1744622"/>
                </a:lnTo>
                <a:lnTo>
                  <a:pt x="5169506" y="1748993"/>
                </a:lnTo>
                <a:lnTo>
                  <a:pt x="5154299" y="1744080"/>
                </a:lnTo>
                <a:cubicBezTo>
                  <a:pt x="5152463" y="1742751"/>
                  <a:pt x="5150989" y="1741283"/>
                  <a:pt x="5149917" y="1739727"/>
                </a:cubicBezTo>
                <a:lnTo>
                  <a:pt x="5100319" y="1745797"/>
                </a:lnTo>
                <a:lnTo>
                  <a:pt x="5094361" y="1745767"/>
                </a:lnTo>
                <a:lnTo>
                  <a:pt x="5053410" y="1742790"/>
                </a:lnTo>
                <a:lnTo>
                  <a:pt x="4992711" y="1734075"/>
                </a:lnTo>
                <a:cubicBezTo>
                  <a:pt x="4972764" y="1728527"/>
                  <a:pt x="4955480" y="1708667"/>
                  <a:pt x="4930098" y="1717312"/>
                </a:cubicBezTo>
                <a:cubicBezTo>
                  <a:pt x="4936142" y="1706767"/>
                  <a:pt x="4900350" y="1719438"/>
                  <a:pt x="4893834" y="1710028"/>
                </a:cubicBezTo>
                <a:cubicBezTo>
                  <a:pt x="4890113" y="1702277"/>
                  <a:pt x="4878389" y="1704314"/>
                  <a:pt x="4868730" y="1702384"/>
                </a:cubicBezTo>
                <a:cubicBezTo>
                  <a:pt x="4860577" y="1694955"/>
                  <a:pt x="4813519" y="1692594"/>
                  <a:pt x="4797925" y="1695535"/>
                </a:cubicBezTo>
                <a:cubicBezTo>
                  <a:pt x="4754973" y="1708626"/>
                  <a:pt x="4712186" y="1679830"/>
                  <a:pt x="4677670" y="1689453"/>
                </a:cubicBezTo>
                <a:cubicBezTo>
                  <a:pt x="4650390" y="1686902"/>
                  <a:pt x="4641786" y="1682702"/>
                  <a:pt x="4634248" y="1680227"/>
                </a:cubicBezTo>
                <a:lnTo>
                  <a:pt x="4632434" y="1674607"/>
                </a:lnTo>
                <a:lnTo>
                  <a:pt x="4619204" y="1672507"/>
                </a:lnTo>
                <a:lnTo>
                  <a:pt x="4616283" y="1670977"/>
                </a:lnTo>
                <a:cubicBezTo>
                  <a:pt x="4610716" y="1668036"/>
                  <a:pt x="4605090" y="1665277"/>
                  <a:pt x="4598926" y="1663178"/>
                </a:cubicBezTo>
                <a:cubicBezTo>
                  <a:pt x="4588025" y="1686237"/>
                  <a:pt x="4544698" y="1649138"/>
                  <a:pt x="4547069" y="1670642"/>
                </a:cubicBezTo>
                <a:lnTo>
                  <a:pt x="4523516" y="1669785"/>
                </a:lnTo>
                <a:lnTo>
                  <a:pt x="4500586" y="1675912"/>
                </a:lnTo>
                <a:lnTo>
                  <a:pt x="4488196" y="1683463"/>
                </a:lnTo>
                <a:lnTo>
                  <a:pt x="4445463" y="1695634"/>
                </a:lnTo>
                <a:lnTo>
                  <a:pt x="4446550" y="1680538"/>
                </a:lnTo>
                <a:lnTo>
                  <a:pt x="4365375" y="1697935"/>
                </a:lnTo>
                <a:lnTo>
                  <a:pt x="4305123" y="1714185"/>
                </a:lnTo>
                <a:lnTo>
                  <a:pt x="4292665" y="1720703"/>
                </a:lnTo>
                <a:lnTo>
                  <a:pt x="4276789" y="1718367"/>
                </a:lnTo>
                <a:cubicBezTo>
                  <a:pt x="4274740" y="1717359"/>
                  <a:pt x="4273021" y="1716157"/>
                  <a:pt x="4271683" y="1714801"/>
                </a:cubicBezTo>
                <a:lnTo>
                  <a:pt x="4223918" y="1728936"/>
                </a:lnTo>
                <a:lnTo>
                  <a:pt x="4218039" y="1729885"/>
                </a:lnTo>
                <a:lnTo>
                  <a:pt x="4177153" y="1733691"/>
                </a:lnTo>
                <a:lnTo>
                  <a:pt x="4051032" y="1728886"/>
                </a:lnTo>
                <a:cubicBezTo>
                  <a:pt x="4055072" y="1717510"/>
                  <a:pt x="4022108" y="1735873"/>
                  <a:pt x="4013978" y="1727679"/>
                </a:cubicBezTo>
                <a:cubicBezTo>
                  <a:pt x="4008905" y="1720660"/>
                  <a:pt x="3997723" y="1724594"/>
                  <a:pt x="3987857" y="1724282"/>
                </a:cubicBezTo>
                <a:cubicBezTo>
                  <a:pt x="3978476" y="1718309"/>
                  <a:pt x="3931683" y="1723723"/>
                  <a:pt x="3916852" y="1729184"/>
                </a:cubicBezTo>
                <a:cubicBezTo>
                  <a:pt x="3876910" y="1749138"/>
                  <a:pt x="3829523" y="1727824"/>
                  <a:pt x="3797263" y="1742976"/>
                </a:cubicBezTo>
                <a:cubicBezTo>
                  <a:pt x="3769922" y="1744951"/>
                  <a:pt x="3760682" y="1742230"/>
                  <a:pt x="3752806" y="1741033"/>
                </a:cubicBezTo>
                <a:lnTo>
                  <a:pt x="3749997" y="1735799"/>
                </a:lnTo>
                <a:lnTo>
                  <a:pt x="3736582" y="1735907"/>
                </a:lnTo>
                <a:lnTo>
                  <a:pt x="3733428" y="1734881"/>
                </a:lnTo>
                <a:cubicBezTo>
                  <a:pt x="3727408" y="1732899"/>
                  <a:pt x="3721365" y="1731108"/>
                  <a:pt x="3714911" y="1730056"/>
                </a:cubicBezTo>
                <a:cubicBezTo>
                  <a:pt x="3708355" y="1754554"/>
                  <a:pt x="3658933" y="1725152"/>
                  <a:pt x="3665172" y="1745936"/>
                </a:cubicBezTo>
                <a:cubicBezTo>
                  <a:pt x="3628569" y="1744420"/>
                  <a:pt x="3583742" y="1775884"/>
                  <a:pt x="3552006" y="1755220"/>
                </a:cubicBezTo>
                <a:cubicBezTo>
                  <a:pt x="3497522" y="1758390"/>
                  <a:pt x="3448310" y="1757433"/>
                  <a:pt x="3390301" y="1762546"/>
                </a:cubicBezTo>
                <a:cubicBezTo>
                  <a:pt x="3345266" y="1774524"/>
                  <a:pt x="3297039" y="1758531"/>
                  <a:pt x="3264312" y="1774620"/>
                </a:cubicBezTo>
                <a:cubicBezTo>
                  <a:pt x="3212634" y="1771139"/>
                  <a:pt x="3147905" y="1780248"/>
                  <a:pt x="3106901" y="1804264"/>
                </a:cubicBezTo>
                <a:cubicBezTo>
                  <a:pt x="3051355" y="1805490"/>
                  <a:pt x="3041708" y="1820368"/>
                  <a:pt x="2993303" y="1806542"/>
                </a:cubicBezTo>
                <a:cubicBezTo>
                  <a:pt x="2989182" y="1810139"/>
                  <a:pt x="2984377" y="1813039"/>
                  <a:pt x="2979115" y="1815432"/>
                </a:cubicBezTo>
                <a:lnTo>
                  <a:pt x="2963118" y="1820962"/>
                </a:lnTo>
                <a:lnTo>
                  <a:pt x="2961156" y="1820297"/>
                </a:lnTo>
                <a:lnTo>
                  <a:pt x="2925719" y="1828468"/>
                </a:lnTo>
                <a:lnTo>
                  <a:pt x="2857951" y="1842496"/>
                </a:lnTo>
                <a:lnTo>
                  <a:pt x="2857427" y="1841591"/>
                </a:lnTo>
                <a:cubicBezTo>
                  <a:pt x="2855386" y="1839734"/>
                  <a:pt x="2852250" y="1838690"/>
                  <a:pt x="2846731" y="1839316"/>
                </a:cubicBezTo>
                <a:cubicBezTo>
                  <a:pt x="2855175" y="1823564"/>
                  <a:pt x="2843311" y="1834035"/>
                  <a:pt x="2826290" y="1837274"/>
                </a:cubicBezTo>
                <a:cubicBezTo>
                  <a:pt x="2835609" y="1813530"/>
                  <a:pt x="2787284" y="1831665"/>
                  <a:pt x="2779146" y="1820071"/>
                </a:cubicBezTo>
                <a:cubicBezTo>
                  <a:pt x="2766432" y="1822985"/>
                  <a:pt x="2753158" y="1825635"/>
                  <a:pt x="2739608" y="1827861"/>
                </a:cubicBezTo>
                <a:lnTo>
                  <a:pt x="2731631" y="1828881"/>
                </a:lnTo>
                <a:cubicBezTo>
                  <a:pt x="2731575" y="1828813"/>
                  <a:pt x="2731521" y="1828744"/>
                  <a:pt x="2731464" y="1828677"/>
                </a:cubicBezTo>
                <a:cubicBezTo>
                  <a:pt x="2729715" y="1828415"/>
                  <a:pt x="2727085" y="1828569"/>
                  <a:pt x="2723037" y="1829303"/>
                </a:cubicBezTo>
                <a:lnTo>
                  <a:pt x="2701616" y="1832725"/>
                </a:lnTo>
                <a:lnTo>
                  <a:pt x="2696239" y="1831904"/>
                </a:lnTo>
                <a:lnTo>
                  <a:pt x="2663445" y="1825958"/>
                </a:lnTo>
                <a:cubicBezTo>
                  <a:pt x="2641260" y="1825904"/>
                  <a:pt x="2595040" y="1827674"/>
                  <a:pt x="2560925" y="1829094"/>
                </a:cubicBezTo>
                <a:cubicBezTo>
                  <a:pt x="2527977" y="1836499"/>
                  <a:pt x="2496507" y="1831991"/>
                  <a:pt x="2458739" y="1834479"/>
                </a:cubicBezTo>
                <a:cubicBezTo>
                  <a:pt x="2419379" y="1848893"/>
                  <a:pt x="2396428" y="1834257"/>
                  <a:pt x="2356074" y="1836991"/>
                </a:cubicBezTo>
                <a:cubicBezTo>
                  <a:pt x="2323435" y="1857644"/>
                  <a:pt x="2325610" y="1826053"/>
                  <a:pt x="2304241" y="1822021"/>
                </a:cubicBezTo>
                <a:lnTo>
                  <a:pt x="2298362" y="1822125"/>
                </a:lnTo>
                <a:lnTo>
                  <a:pt x="2283527" y="1826361"/>
                </a:lnTo>
                <a:lnTo>
                  <a:pt x="2278150" y="1828604"/>
                </a:lnTo>
                <a:cubicBezTo>
                  <a:pt x="2274371" y="1829907"/>
                  <a:pt x="2271762" y="1830461"/>
                  <a:pt x="2269853" y="1830502"/>
                </a:cubicBezTo>
                <a:lnTo>
                  <a:pt x="2269585" y="1830341"/>
                </a:lnTo>
                <a:lnTo>
                  <a:pt x="2225332" y="1845825"/>
                </a:lnTo>
                <a:cubicBezTo>
                  <a:pt x="2211505" y="1836594"/>
                  <a:pt x="2170867" y="1860661"/>
                  <a:pt x="2169048" y="1837658"/>
                </a:cubicBezTo>
                <a:cubicBezTo>
                  <a:pt x="2153238" y="1843278"/>
                  <a:pt x="2146132" y="1854645"/>
                  <a:pt x="2147231" y="1839027"/>
                </a:cubicBezTo>
                <a:cubicBezTo>
                  <a:pt x="2141901" y="1840465"/>
                  <a:pt x="2138205" y="1840014"/>
                  <a:pt x="2135241" y="1838652"/>
                </a:cubicBezTo>
                <a:lnTo>
                  <a:pt x="2099215" y="1850768"/>
                </a:lnTo>
                <a:lnTo>
                  <a:pt x="2094046" y="1850806"/>
                </a:lnTo>
                <a:lnTo>
                  <a:pt x="2071850" y="1861319"/>
                </a:lnTo>
                <a:lnTo>
                  <a:pt x="2039607" y="1874318"/>
                </a:lnTo>
                <a:lnTo>
                  <a:pt x="2037289" y="1874025"/>
                </a:lnTo>
                <a:lnTo>
                  <a:pt x="2023615" y="1881562"/>
                </a:lnTo>
                <a:cubicBezTo>
                  <a:pt x="2019390" y="1884562"/>
                  <a:pt x="1959668" y="1894795"/>
                  <a:pt x="1957176" y="1898709"/>
                </a:cubicBezTo>
                <a:cubicBezTo>
                  <a:pt x="1901224" y="1893805"/>
                  <a:pt x="1914145" y="1913274"/>
                  <a:pt x="1858081" y="1923144"/>
                </a:cubicBezTo>
                <a:cubicBezTo>
                  <a:pt x="1819487" y="1923227"/>
                  <a:pt x="1798952" y="1929741"/>
                  <a:pt x="1738865" y="1944965"/>
                </a:cubicBezTo>
                <a:cubicBezTo>
                  <a:pt x="1698633" y="1955957"/>
                  <a:pt x="1670491" y="1978862"/>
                  <a:pt x="1616692" y="1989107"/>
                </a:cubicBezTo>
                <a:cubicBezTo>
                  <a:pt x="1565257" y="2022368"/>
                  <a:pt x="1474172" y="2022156"/>
                  <a:pt x="1411898" y="2046254"/>
                </a:cubicBezTo>
                <a:cubicBezTo>
                  <a:pt x="1380237" y="2035952"/>
                  <a:pt x="1386648" y="2042292"/>
                  <a:pt x="1375780" y="2047961"/>
                </a:cubicBezTo>
                <a:cubicBezTo>
                  <a:pt x="1375756" y="2047968"/>
                  <a:pt x="1375731" y="2047974"/>
                  <a:pt x="1375707" y="2047981"/>
                </a:cubicBezTo>
                <a:lnTo>
                  <a:pt x="1285585" y="2047113"/>
                </a:lnTo>
                <a:cubicBezTo>
                  <a:pt x="1279541" y="2043453"/>
                  <a:pt x="1272537" y="2040974"/>
                  <a:pt x="1263658" y="2041397"/>
                </a:cubicBezTo>
                <a:cubicBezTo>
                  <a:pt x="1212454" y="2058890"/>
                  <a:pt x="1258499" y="2026611"/>
                  <a:pt x="1170403" y="2033399"/>
                </a:cubicBezTo>
                <a:cubicBezTo>
                  <a:pt x="1166530" y="2036274"/>
                  <a:pt x="1154254" y="2033463"/>
                  <a:pt x="1153718" y="2029576"/>
                </a:cubicBezTo>
                <a:cubicBezTo>
                  <a:pt x="1148486" y="2030819"/>
                  <a:pt x="1137980" y="2038354"/>
                  <a:pt x="1133937" y="2032149"/>
                </a:cubicBezTo>
                <a:cubicBezTo>
                  <a:pt x="1104720" y="2031606"/>
                  <a:pt x="1077532" y="2035424"/>
                  <a:pt x="1054999" y="2043242"/>
                </a:cubicBezTo>
                <a:cubicBezTo>
                  <a:pt x="1024875" y="2038090"/>
                  <a:pt x="1020473" y="2042711"/>
                  <a:pt x="1018405" y="2048281"/>
                </a:cubicBezTo>
                <a:lnTo>
                  <a:pt x="1016563" y="2051718"/>
                </a:lnTo>
                <a:lnTo>
                  <a:pt x="1008284" y="2046742"/>
                </a:lnTo>
                <a:cubicBezTo>
                  <a:pt x="999244" y="2043620"/>
                  <a:pt x="990505" y="2044937"/>
                  <a:pt x="981974" y="2048363"/>
                </a:cubicBezTo>
                <a:lnTo>
                  <a:pt x="971903" y="2053484"/>
                </a:lnTo>
                <a:lnTo>
                  <a:pt x="954015" y="2052529"/>
                </a:lnTo>
                <a:cubicBezTo>
                  <a:pt x="931960" y="2051365"/>
                  <a:pt x="861352" y="2046214"/>
                  <a:pt x="839571" y="2046509"/>
                </a:cubicBezTo>
                <a:lnTo>
                  <a:pt x="823321" y="2054296"/>
                </a:lnTo>
                <a:lnTo>
                  <a:pt x="800990" y="2051523"/>
                </a:lnTo>
                <a:cubicBezTo>
                  <a:pt x="790723" y="2052171"/>
                  <a:pt x="782268" y="2055403"/>
                  <a:pt x="776439" y="2062634"/>
                </a:cubicBezTo>
                <a:cubicBezTo>
                  <a:pt x="773155" y="2056184"/>
                  <a:pt x="769593" y="2059253"/>
                  <a:pt x="763041" y="2063995"/>
                </a:cubicBezTo>
                <a:lnTo>
                  <a:pt x="757863" y="2065877"/>
                </a:lnTo>
                <a:lnTo>
                  <a:pt x="745053" y="2051831"/>
                </a:lnTo>
                <a:lnTo>
                  <a:pt x="722609" y="2049504"/>
                </a:lnTo>
                <a:lnTo>
                  <a:pt x="717618" y="2042131"/>
                </a:lnTo>
                <a:lnTo>
                  <a:pt x="703285" y="2046808"/>
                </a:lnTo>
                <a:cubicBezTo>
                  <a:pt x="698219" y="2048137"/>
                  <a:pt x="690058" y="2049926"/>
                  <a:pt x="680199" y="2051947"/>
                </a:cubicBezTo>
                <a:lnTo>
                  <a:pt x="667351" y="2054469"/>
                </a:lnTo>
                <a:lnTo>
                  <a:pt x="660961" y="2049404"/>
                </a:lnTo>
                <a:lnTo>
                  <a:pt x="638282" y="2060093"/>
                </a:lnTo>
                <a:lnTo>
                  <a:pt x="583551" y="2070197"/>
                </a:lnTo>
                <a:cubicBezTo>
                  <a:pt x="569268" y="2091365"/>
                  <a:pt x="529124" y="2053106"/>
                  <a:pt x="525274" y="2079137"/>
                </a:cubicBezTo>
                <a:cubicBezTo>
                  <a:pt x="506495" y="2056498"/>
                  <a:pt x="440091" y="2069666"/>
                  <a:pt x="405635" y="2059339"/>
                </a:cubicBezTo>
                <a:cubicBezTo>
                  <a:pt x="397410" y="2069278"/>
                  <a:pt x="294416" y="2032966"/>
                  <a:pt x="281555" y="2022847"/>
                </a:cubicBezTo>
                <a:cubicBezTo>
                  <a:pt x="171589" y="1986245"/>
                  <a:pt x="126791" y="1985528"/>
                  <a:pt x="98513" y="1969504"/>
                </a:cubicBezTo>
                <a:cubicBezTo>
                  <a:pt x="85544" y="1965247"/>
                  <a:pt x="73324" y="1958000"/>
                  <a:pt x="56191" y="1950709"/>
                </a:cubicBezTo>
                <a:lnTo>
                  <a:pt x="0" y="19357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01CD0A-13AF-6BEA-32F0-04CE9D993C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7036" y="548640"/>
            <a:ext cx="9543405" cy="1188720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tx1">
                    <a:lumMod val="85000"/>
                    <a:lumOff val="15000"/>
                  </a:schemeClr>
                </a:solidFill>
              </a:rPr>
              <a:t>SQL Server Performance Monitoring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DA21EC-EC3E-D0FA-CDB9-B872137B11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38478" y="1942935"/>
            <a:ext cx="10202591" cy="4355200"/>
          </a:xfrm>
        </p:spPr>
        <p:txBody>
          <a:bodyPr anchor="ctr">
            <a:normAutofit/>
          </a:bodyPr>
          <a:lstStyle/>
          <a:p>
            <a:r>
              <a:rPr lang="en-US" sz="1700" dirty="0"/>
              <a:t>Monitoring SQL Server performance involves a combination of observing high-level system resources (CPU, memory, disk) and deep-diving into internal database events and query efficiency.</a:t>
            </a:r>
          </a:p>
          <a:p>
            <a:r>
              <a:rPr lang="en-US" sz="1700" dirty="0"/>
              <a:t> Effective monitoring helps establish performance baselines, identify bottlenecks early, and ensure high availability</a:t>
            </a: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142DCE2C-2863-46FA-9BE7-24365A24D9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24586" y="5970896"/>
            <a:ext cx="9967416" cy="887104"/>
          </a:xfrm>
          <a:custGeom>
            <a:avLst/>
            <a:gdLst>
              <a:gd name="connsiteX0" fmla="*/ 4686423 w 9517857"/>
              <a:gd name="connsiteY0" fmla="*/ 247919 h 918356"/>
              <a:gd name="connsiteX1" fmla="*/ 4689051 w 9517857"/>
              <a:gd name="connsiteY1" fmla="*/ 250968 h 918356"/>
              <a:gd name="connsiteX2" fmla="*/ 4687244 w 9517857"/>
              <a:gd name="connsiteY2" fmla="*/ 251298 h 918356"/>
              <a:gd name="connsiteX3" fmla="*/ 4685225 w 9517857"/>
              <a:gd name="connsiteY3" fmla="*/ 246530 h 918356"/>
              <a:gd name="connsiteX4" fmla="*/ 4686133 w 9517857"/>
              <a:gd name="connsiteY4" fmla="*/ 246727 h 918356"/>
              <a:gd name="connsiteX5" fmla="*/ 4686423 w 9517857"/>
              <a:gd name="connsiteY5" fmla="*/ 247919 h 918356"/>
              <a:gd name="connsiteX6" fmla="*/ 9517856 w 9517857"/>
              <a:gd name="connsiteY6" fmla="*/ 0 h 918356"/>
              <a:gd name="connsiteX7" fmla="*/ 9517857 w 9517857"/>
              <a:gd name="connsiteY7" fmla="*/ 12 h 918356"/>
              <a:gd name="connsiteX8" fmla="*/ 9517857 w 9517857"/>
              <a:gd name="connsiteY8" fmla="*/ 918356 h 918356"/>
              <a:gd name="connsiteX9" fmla="*/ 14604 w 9517857"/>
              <a:gd name="connsiteY9" fmla="*/ 918356 h 918356"/>
              <a:gd name="connsiteX10" fmla="*/ 12841 w 9517857"/>
              <a:gd name="connsiteY10" fmla="*/ 917763 h 918356"/>
              <a:gd name="connsiteX11" fmla="*/ 93 w 9517857"/>
              <a:gd name="connsiteY11" fmla="*/ 912471 h 918356"/>
              <a:gd name="connsiteX12" fmla="*/ 58674 w 9517857"/>
              <a:gd name="connsiteY12" fmla="*/ 890322 h 918356"/>
              <a:gd name="connsiteX13" fmla="*/ 275005 w 9517857"/>
              <a:gd name="connsiteY13" fmla="*/ 807229 h 918356"/>
              <a:gd name="connsiteX14" fmla="*/ 587824 w 9517857"/>
              <a:gd name="connsiteY14" fmla="*/ 798195 h 918356"/>
              <a:gd name="connsiteX15" fmla="*/ 651826 w 9517857"/>
              <a:gd name="connsiteY15" fmla="*/ 738338 h 918356"/>
              <a:gd name="connsiteX16" fmla="*/ 727985 w 9517857"/>
              <a:gd name="connsiteY16" fmla="*/ 719826 h 918356"/>
              <a:gd name="connsiteX17" fmla="*/ 778982 w 9517857"/>
              <a:gd name="connsiteY17" fmla="*/ 710142 h 918356"/>
              <a:gd name="connsiteX18" fmla="*/ 849944 w 9517857"/>
              <a:gd name="connsiteY18" fmla="*/ 717987 h 918356"/>
              <a:gd name="connsiteX19" fmla="*/ 921659 w 9517857"/>
              <a:gd name="connsiteY19" fmla="*/ 712695 h 918356"/>
              <a:gd name="connsiteX20" fmla="*/ 930946 w 9517857"/>
              <a:gd name="connsiteY20" fmla="*/ 734046 h 918356"/>
              <a:gd name="connsiteX21" fmla="*/ 986250 w 9517857"/>
              <a:gd name="connsiteY21" fmla="*/ 713530 h 918356"/>
              <a:gd name="connsiteX22" fmla="*/ 1013752 w 9517857"/>
              <a:gd name="connsiteY22" fmla="*/ 713361 h 918356"/>
              <a:gd name="connsiteX23" fmla="*/ 1023734 w 9517857"/>
              <a:gd name="connsiteY23" fmla="*/ 718571 h 918356"/>
              <a:gd name="connsiteX24" fmla="*/ 1063207 w 9517857"/>
              <a:gd name="connsiteY24" fmla="*/ 715651 h 918356"/>
              <a:gd name="connsiteX25" fmla="*/ 1081980 w 9517857"/>
              <a:gd name="connsiteY25" fmla="*/ 738455 h 918356"/>
              <a:gd name="connsiteX26" fmla="*/ 1218120 w 9517857"/>
              <a:gd name="connsiteY26" fmla="*/ 713280 h 918356"/>
              <a:gd name="connsiteX27" fmla="*/ 1397459 w 9517857"/>
              <a:gd name="connsiteY27" fmla="*/ 691190 h 918356"/>
              <a:gd name="connsiteX28" fmla="*/ 1580688 w 9517857"/>
              <a:gd name="connsiteY28" fmla="*/ 693697 h 918356"/>
              <a:gd name="connsiteX29" fmla="*/ 1772334 w 9517857"/>
              <a:gd name="connsiteY29" fmla="*/ 710640 h 918356"/>
              <a:gd name="connsiteX30" fmla="*/ 2002561 w 9517857"/>
              <a:gd name="connsiteY30" fmla="*/ 659917 h 918356"/>
              <a:gd name="connsiteX31" fmla="*/ 2135144 w 9517857"/>
              <a:gd name="connsiteY31" fmla="*/ 636501 h 918356"/>
              <a:gd name="connsiteX32" fmla="*/ 2440292 w 9517857"/>
              <a:gd name="connsiteY32" fmla="*/ 593862 h 918356"/>
              <a:gd name="connsiteX33" fmla="*/ 2547829 w 9517857"/>
              <a:gd name="connsiteY33" fmla="*/ 566150 h 918356"/>
              <a:gd name="connsiteX34" fmla="*/ 2658055 w 9517857"/>
              <a:gd name="connsiteY34" fmla="*/ 578727 h 918356"/>
              <a:gd name="connsiteX35" fmla="*/ 2693698 w 9517857"/>
              <a:gd name="connsiteY35" fmla="*/ 560029 h 918356"/>
              <a:gd name="connsiteX36" fmla="*/ 2699673 w 9517857"/>
              <a:gd name="connsiteY36" fmla="*/ 556400 h 918356"/>
              <a:gd name="connsiteX37" fmla="*/ 2727306 w 9517857"/>
              <a:gd name="connsiteY37" fmla="*/ 550698 h 918356"/>
              <a:gd name="connsiteX38" fmla="*/ 2730451 w 9517857"/>
              <a:gd name="connsiteY38" fmla="*/ 538058 h 918356"/>
              <a:gd name="connsiteX39" fmla="*/ 2768713 w 9517857"/>
              <a:gd name="connsiteY39" fmla="*/ 521575 h 918356"/>
              <a:gd name="connsiteX40" fmla="*/ 2820868 w 9517857"/>
              <a:gd name="connsiteY40" fmla="*/ 514160 h 918356"/>
              <a:gd name="connsiteX41" fmla="*/ 3073635 w 9517857"/>
              <a:gd name="connsiteY41" fmla="*/ 491294 h 918356"/>
              <a:gd name="connsiteX42" fmla="*/ 3222071 w 9517857"/>
              <a:gd name="connsiteY42" fmla="*/ 470559 h 918356"/>
              <a:gd name="connsiteX43" fmla="*/ 3274069 w 9517857"/>
              <a:gd name="connsiteY43" fmla="*/ 451605 h 918356"/>
              <a:gd name="connsiteX44" fmla="*/ 3349632 w 9517857"/>
              <a:gd name="connsiteY44" fmla="*/ 432583 h 918356"/>
              <a:gd name="connsiteX45" fmla="*/ 3479593 w 9517857"/>
              <a:gd name="connsiteY45" fmla="*/ 390437 h 918356"/>
              <a:gd name="connsiteX46" fmla="*/ 3660110 w 9517857"/>
              <a:gd name="connsiteY46" fmla="*/ 348726 h 918356"/>
              <a:gd name="connsiteX47" fmla="*/ 3750023 w 9517857"/>
              <a:gd name="connsiteY47" fmla="*/ 370678 h 918356"/>
              <a:gd name="connsiteX48" fmla="*/ 3844133 w 9517857"/>
              <a:gd name="connsiteY48" fmla="*/ 360648 h 918356"/>
              <a:gd name="connsiteX49" fmla="*/ 3913545 w 9517857"/>
              <a:gd name="connsiteY49" fmla="*/ 344235 h 918356"/>
              <a:gd name="connsiteX50" fmla="*/ 4266740 w 9517857"/>
              <a:gd name="connsiteY50" fmla="*/ 361454 h 918356"/>
              <a:gd name="connsiteX51" fmla="*/ 4430770 w 9517857"/>
              <a:gd name="connsiteY51" fmla="*/ 342643 h 918356"/>
              <a:gd name="connsiteX52" fmla="*/ 4512664 w 9517857"/>
              <a:gd name="connsiteY52" fmla="*/ 319948 h 918356"/>
              <a:gd name="connsiteX53" fmla="*/ 4616423 w 9517857"/>
              <a:gd name="connsiteY53" fmla="*/ 290914 h 918356"/>
              <a:gd name="connsiteX54" fmla="*/ 4691675 w 9517857"/>
              <a:gd name="connsiteY54" fmla="*/ 254011 h 918356"/>
              <a:gd name="connsiteX55" fmla="*/ 4689051 w 9517857"/>
              <a:gd name="connsiteY55" fmla="*/ 250968 h 918356"/>
              <a:gd name="connsiteX56" fmla="*/ 4719994 w 9517857"/>
              <a:gd name="connsiteY56" fmla="*/ 245307 h 918356"/>
              <a:gd name="connsiteX57" fmla="*/ 4752894 w 9517857"/>
              <a:gd name="connsiteY57" fmla="*/ 239875 h 918356"/>
              <a:gd name="connsiteX58" fmla="*/ 4769329 w 9517857"/>
              <a:gd name="connsiteY58" fmla="*/ 233585 h 918356"/>
              <a:gd name="connsiteX59" fmla="*/ 4775634 w 9517857"/>
              <a:gd name="connsiteY59" fmla="*/ 234063 h 918356"/>
              <a:gd name="connsiteX60" fmla="*/ 4790452 w 9517857"/>
              <a:gd name="connsiteY60" fmla="*/ 233572 h 918356"/>
              <a:gd name="connsiteX61" fmla="*/ 4789062 w 9517857"/>
              <a:gd name="connsiteY61" fmla="*/ 241924 h 918356"/>
              <a:gd name="connsiteX62" fmla="*/ 4827826 w 9517857"/>
              <a:gd name="connsiteY62" fmla="*/ 246977 h 918356"/>
              <a:gd name="connsiteX63" fmla="*/ 4892569 w 9517857"/>
              <a:gd name="connsiteY63" fmla="*/ 249933 h 918356"/>
              <a:gd name="connsiteX64" fmla="*/ 4896611 w 9517857"/>
              <a:gd name="connsiteY64" fmla="*/ 240448 h 918356"/>
              <a:gd name="connsiteX65" fmla="*/ 4917286 w 9517857"/>
              <a:gd name="connsiteY65" fmla="*/ 243659 h 918356"/>
              <a:gd name="connsiteX66" fmla="*/ 4981173 w 9517857"/>
              <a:gd name="connsiteY66" fmla="*/ 247103 h 918356"/>
              <a:gd name="connsiteX67" fmla="*/ 5060397 w 9517857"/>
              <a:gd name="connsiteY67" fmla="*/ 263688 h 918356"/>
              <a:gd name="connsiteX68" fmla="*/ 5252996 w 9517857"/>
              <a:gd name="connsiteY68" fmla="*/ 270655 h 918356"/>
              <a:gd name="connsiteX69" fmla="*/ 5358056 w 9517857"/>
              <a:gd name="connsiteY69" fmla="*/ 247248 h 918356"/>
              <a:gd name="connsiteX70" fmla="*/ 5426496 w 9517857"/>
              <a:gd name="connsiteY70" fmla="*/ 235142 h 918356"/>
              <a:gd name="connsiteX71" fmla="*/ 5497161 w 9517857"/>
              <a:gd name="connsiteY71" fmla="*/ 228808 h 918356"/>
              <a:gd name="connsiteX72" fmla="*/ 5826043 w 9517857"/>
              <a:gd name="connsiteY72" fmla="*/ 148073 h 918356"/>
              <a:gd name="connsiteX73" fmla="*/ 6013415 w 9517857"/>
              <a:gd name="connsiteY73" fmla="*/ 137316 h 918356"/>
              <a:gd name="connsiteX74" fmla="*/ 6080994 w 9517857"/>
              <a:gd name="connsiteY74" fmla="*/ 142938 h 918356"/>
              <a:gd name="connsiteX75" fmla="*/ 6194152 w 9517857"/>
              <a:gd name="connsiteY75" fmla="*/ 151772 h 918356"/>
              <a:gd name="connsiteX76" fmla="*/ 6281379 w 9517857"/>
              <a:gd name="connsiteY76" fmla="*/ 181626 h 918356"/>
              <a:gd name="connsiteX77" fmla="*/ 6374947 w 9517857"/>
              <a:gd name="connsiteY77" fmla="*/ 179799 h 918356"/>
              <a:gd name="connsiteX78" fmla="*/ 6448518 w 9517857"/>
              <a:gd name="connsiteY78" fmla="*/ 164378 h 918356"/>
              <a:gd name="connsiteX79" fmla="*/ 6544700 w 9517857"/>
              <a:gd name="connsiteY79" fmla="*/ 167161 h 918356"/>
              <a:gd name="connsiteX80" fmla="*/ 6648353 w 9517857"/>
              <a:gd name="connsiteY80" fmla="*/ 172250 h 918356"/>
              <a:gd name="connsiteX81" fmla="*/ 6736227 w 9517857"/>
              <a:gd name="connsiteY81" fmla="*/ 173216 h 918356"/>
              <a:gd name="connsiteX82" fmla="*/ 6977218 w 9517857"/>
              <a:gd name="connsiteY82" fmla="*/ 184289 h 918356"/>
              <a:gd name="connsiteX83" fmla="*/ 7065221 w 9517857"/>
              <a:gd name="connsiteY83" fmla="*/ 227531 h 918356"/>
              <a:gd name="connsiteX84" fmla="*/ 7366876 w 9517857"/>
              <a:gd name="connsiteY84" fmla="*/ 248468 h 918356"/>
              <a:gd name="connsiteX85" fmla="*/ 7565449 w 9517857"/>
              <a:gd name="connsiteY85" fmla="*/ 258950 h 918356"/>
              <a:gd name="connsiteX86" fmla="*/ 7599285 w 9517857"/>
              <a:gd name="connsiteY86" fmla="*/ 266021 h 918356"/>
              <a:gd name="connsiteX87" fmla="*/ 7644411 w 9517857"/>
              <a:gd name="connsiteY87" fmla="*/ 258986 h 918356"/>
              <a:gd name="connsiteX88" fmla="*/ 7825110 w 9517857"/>
              <a:gd name="connsiteY88" fmla="*/ 229109 h 918356"/>
              <a:gd name="connsiteX89" fmla="*/ 7965804 w 9517857"/>
              <a:gd name="connsiteY89" fmla="*/ 190545 h 918356"/>
              <a:gd name="connsiteX90" fmla="*/ 8147401 w 9517857"/>
              <a:gd name="connsiteY90" fmla="*/ 205617 h 918356"/>
              <a:gd name="connsiteX91" fmla="*/ 8256033 w 9517857"/>
              <a:gd name="connsiteY91" fmla="*/ 193713 h 918356"/>
              <a:gd name="connsiteX92" fmla="*/ 8410677 w 9517857"/>
              <a:gd name="connsiteY92" fmla="*/ 172167 h 918356"/>
              <a:gd name="connsiteX93" fmla="*/ 8617841 w 9517857"/>
              <a:gd name="connsiteY93" fmla="*/ 155167 h 918356"/>
              <a:gd name="connsiteX94" fmla="*/ 8715976 w 9517857"/>
              <a:gd name="connsiteY94" fmla="*/ 178374 h 918356"/>
              <a:gd name="connsiteX95" fmla="*/ 8778827 w 9517857"/>
              <a:gd name="connsiteY95" fmla="*/ 172936 h 918356"/>
              <a:gd name="connsiteX96" fmla="*/ 8840778 w 9517857"/>
              <a:gd name="connsiteY96" fmla="*/ 143149 h 918356"/>
              <a:gd name="connsiteX97" fmla="*/ 9010380 w 9517857"/>
              <a:gd name="connsiteY97" fmla="*/ 91891 h 918356"/>
              <a:gd name="connsiteX98" fmla="*/ 9110856 w 9517857"/>
              <a:gd name="connsiteY98" fmla="*/ 70997 h 918356"/>
              <a:gd name="connsiteX99" fmla="*/ 9268817 w 9517857"/>
              <a:gd name="connsiteY99" fmla="*/ 53082 h 918356"/>
              <a:gd name="connsiteX100" fmla="*/ 9316667 w 9517857"/>
              <a:gd name="connsiteY100" fmla="*/ 45047 h 918356"/>
              <a:gd name="connsiteX101" fmla="*/ 9428209 w 9517857"/>
              <a:gd name="connsiteY101" fmla="*/ 29923 h 9183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9517857" h="918356">
                <a:moveTo>
                  <a:pt x="4686423" y="247919"/>
                </a:moveTo>
                <a:lnTo>
                  <a:pt x="4689051" y="250968"/>
                </a:lnTo>
                <a:lnTo>
                  <a:pt x="4687244" y="251298"/>
                </a:lnTo>
                <a:close/>
                <a:moveTo>
                  <a:pt x="4685225" y="246530"/>
                </a:moveTo>
                <a:cubicBezTo>
                  <a:pt x="4688837" y="243198"/>
                  <a:pt x="4687468" y="244598"/>
                  <a:pt x="4686133" y="246727"/>
                </a:cubicBezTo>
                <a:lnTo>
                  <a:pt x="4686423" y="247919"/>
                </a:lnTo>
                <a:close/>
                <a:moveTo>
                  <a:pt x="9517856" y="0"/>
                </a:moveTo>
                <a:lnTo>
                  <a:pt x="9517857" y="12"/>
                </a:lnTo>
                <a:lnTo>
                  <a:pt x="9517857" y="918356"/>
                </a:lnTo>
                <a:lnTo>
                  <a:pt x="14604" y="918356"/>
                </a:lnTo>
                <a:lnTo>
                  <a:pt x="12841" y="917763"/>
                </a:lnTo>
                <a:cubicBezTo>
                  <a:pt x="4532" y="914864"/>
                  <a:pt x="-773" y="912807"/>
                  <a:pt x="93" y="912471"/>
                </a:cubicBezTo>
                <a:cubicBezTo>
                  <a:pt x="172" y="912298"/>
                  <a:pt x="58594" y="890495"/>
                  <a:pt x="58674" y="890322"/>
                </a:cubicBezTo>
                <a:cubicBezTo>
                  <a:pt x="127436" y="929614"/>
                  <a:pt x="206243" y="828226"/>
                  <a:pt x="275005" y="807229"/>
                </a:cubicBezTo>
                <a:cubicBezTo>
                  <a:pt x="303983" y="806087"/>
                  <a:pt x="504960" y="777375"/>
                  <a:pt x="587824" y="798195"/>
                </a:cubicBezTo>
                <a:cubicBezTo>
                  <a:pt x="598733" y="769348"/>
                  <a:pt x="682904" y="785924"/>
                  <a:pt x="651826" y="738338"/>
                </a:cubicBezTo>
                <a:cubicBezTo>
                  <a:pt x="688440" y="737862"/>
                  <a:pt x="753255" y="750396"/>
                  <a:pt x="727985" y="719826"/>
                </a:cubicBezTo>
                <a:cubicBezTo>
                  <a:pt x="739648" y="718749"/>
                  <a:pt x="775717" y="715087"/>
                  <a:pt x="778982" y="710142"/>
                </a:cubicBezTo>
                <a:cubicBezTo>
                  <a:pt x="779189" y="709407"/>
                  <a:pt x="849736" y="718721"/>
                  <a:pt x="849944" y="717987"/>
                </a:cubicBezTo>
                <a:lnTo>
                  <a:pt x="921659" y="712695"/>
                </a:lnTo>
                <a:lnTo>
                  <a:pt x="930946" y="734046"/>
                </a:lnTo>
                <a:lnTo>
                  <a:pt x="986250" y="713530"/>
                </a:lnTo>
                <a:lnTo>
                  <a:pt x="1013752" y="713361"/>
                </a:lnTo>
                <a:lnTo>
                  <a:pt x="1023734" y="718571"/>
                </a:lnTo>
                <a:cubicBezTo>
                  <a:pt x="1033291" y="721276"/>
                  <a:pt x="1045398" y="721394"/>
                  <a:pt x="1063207" y="715651"/>
                </a:cubicBezTo>
                <a:lnTo>
                  <a:pt x="1081980" y="738455"/>
                </a:lnTo>
                <a:lnTo>
                  <a:pt x="1218120" y="713280"/>
                </a:lnTo>
                <a:cubicBezTo>
                  <a:pt x="1230137" y="716162"/>
                  <a:pt x="1387179" y="685179"/>
                  <a:pt x="1397459" y="691190"/>
                </a:cubicBezTo>
                <a:cubicBezTo>
                  <a:pt x="1490025" y="704984"/>
                  <a:pt x="1465878" y="715604"/>
                  <a:pt x="1580688" y="693697"/>
                </a:cubicBezTo>
                <a:cubicBezTo>
                  <a:pt x="1607067" y="704379"/>
                  <a:pt x="1719477" y="658239"/>
                  <a:pt x="1772334" y="710640"/>
                </a:cubicBezTo>
                <a:cubicBezTo>
                  <a:pt x="1745536" y="644824"/>
                  <a:pt x="1976078" y="716436"/>
                  <a:pt x="2002561" y="659917"/>
                </a:cubicBezTo>
                <a:cubicBezTo>
                  <a:pt x="2045346" y="660357"/>
                  <a:pt x="2166676" y="654391"/>
                  <a:pt x="2135144" y="636501"/>
                </a:cubicBezTo>
                <a:cubicBezTo>
                  <a:pt x="2276591" y="665055"/>
                  <a:pt x="2293173" y="591792"/>
                  <a:pt x="2440292" y="593862"/>
                </a:cubicBezTo>
                <a:cubicBezTo>
                  <a:pt x="2495160" y="534824"/>
                  <a:pt x="2473343" y="585644"/>
                  <a:pt x="2547829" y="566150"/>
                </a:cubicBezTo>
                <a:cubicBezTo>
                  <a:pt x="2545438" y="614169"/>
                  <a:pt x="2632278" y="528280"/>
                  <a:pt x="2658055" y="578727"/>
                </a:cubicBezTo>
                <a:cubicBezTo>
                  <a:pt x="2670795" y="573581"/>
                  <a:pt x="2682322" y="567005"/>
                  <a:pt x="2693698" y="560029"/>
                </a:cubicBezTo>
                <a:lnTo>
                  <a:pt x="2699673" y="556400"/>
                </a:lnTo>
                <a:lnTo>
                  <a:pt x="2727306" y="550698"/>
                </a:lnTo>
                <a:lnTo>
                  <a:pt x="2730451" y="538058"/>
                </a:lnTo>
                <a:lnTo>
                  <a:pt x="2768713" y="521575"/>
                </a:lnTo>
                <a:cubicBezTo>
                  <a:pt x="2783756" y="517104"/>
                  <a:pt x="2800788" y="514291"/>
                  <a:pt x="2820868" y="514160"/>
                </a:cubicBezTo>
                <a:cubicBezTo>
                  <a:pt x="2894791" y="532885"/>
                  <a:pt x="2981506" y="465507"/>
                  <a:pt x="3073635" y="491294"/>
                </a:cubicBezTo>
                <a:cubicBezTo>
                  <a:pt x="3106872" y="496624"/>
                  <a:pt x="3205785" y="487718"/>
                  <a:pt x="3222071" y="470559"/>
                </a:cubicBezTo>
                <a:cubicBezTo>
                  <a:pt x="3242193" y="465514"/>
                  <a:pt x="3267163" y="469136"/>
                  <a:pt x="3274069" y="451605"/>
                </a:cubicBezTo>
                <a:cubicBezTo>
                  <a:pt x="3286659" y="430165"/>
                  <a:pt x="3363648" y="455571"/>
                  <a:pt x="3349632" y="432583"/>
                </a:cubicBezTo>
                <a:cubicBezTo>
                  <a:pt x="3404182" y="449847"/>
                  <a:pt x="3438210" y="404323"/>
                  <a:pt x="3479593" y="390437"/>
                </a:cubicBezTo>
                <a:cubicBezTo>
                  <a:pt x="3523240" y="408403"/>
                  <a:pt x="3567027" y="361554"/>
                  <a:pt x="3660110" y="348726"/>
                </a:cubicBezTo>
                <a:cubicBezTo>
                  <a:pt x="3708299" y="369683"/>
                  <a:pt x="3662447" y="344775"/>
                  <a:pt x="3750023" y="370678"/>
                </a:cubicBezTo>
                <a:cubicBezTo>
                  <a:pt x="3752092" y="367132"/>
                  <a:pt x="3816880" y="365055"/>
                  <a:pt x="3844133" y="360648"/>
                </a:cubicBezTo>
                <a:cubicBezTo>
                  <a:pt x="3871386" y="356240"/>
                  <a:pt x="3882848" y="332490"/>
                  <a:pt x="3913545" y="344235"/>
                </a:cubicBezTo>
                <a:cubicBezTo>
                  <a:pt x="4050255" y="376864"/>
                  <a:pt x="4159924" y="363190"/>
                  <a:pt x="4266740" y="361454"/>
                </a:cubicBezTo>
                <a:cubicBezTo>
                  <a:pt x="4385770" y="354374"/>
                  <a:pt x="4314535" y="340143"/>
                  <a:pt x="4430770" y="342643"/>
                </a:cubicBezTo>
                <a:cubicBezTo>
                  <a:pt x="4439969" y="322594"/>
                  <a:pt x="4478290" y="314645"/>
                  <a:pt x="4512664" y="319948"/>
                </a:cubicBezTo>
                <a:cubicBezTo>
                  <a:pt x="4570011" y="315138"/>
                  <a:pt x="4549085" y="269599"/>
                  <a:pt x="4616423" y="290914"/>
                </a:cubicBezTo>
                <a:cubicBezTo>
                  <a:pt x="4599641" y="270277"/>
                  <a:pt x="4692085" y="269216"/>
                  <a:pt x="4691675" y="254011"/>
                </a:cubicBezTo>
                <a:lnTo>
                  <a:pt x="4689051" y="250968"/>
                </a:lnTo>
                <a:lnTo>
                  <a:pt x="4719994" y="245307"/>
                </a:lnTo>
                <a:cubicBezTo>
                  <a:pt x="4732635" y="242775"/>
                  <a:pt x="4745300" y="240335"/>
                  <a:pt x="4752894" y="239875"/>
                </a:cubicBezTo>
                <a:lnTo>
                  <a:pt x="4769329" y="233585"/>
                </a:lnTo>
                <a:lnTo>
                  <a:pt x="4775634" y="234063"/>
                </a:lnTo>
                <a:lnTo>
                  <a:pt x="4790452" y="233572"/>
                </a:lnTo>
                <a:cubicBezTo>
                  <a:pt x="4789989" y="236356"/>
                  <a:pt x="4789525" y="239141"/>
                  <a:pt x="4789062" y="241924"/>
                </a:cubicBezTo>
                <a:cubicBezTo>
                  <a:pt x="4786342" y="249932"/>
                  <a:pt x="4804560" y="248631"/>
                  <a:pt x="4827826" y="246977"/>
                </a:cubicBezTo>
                <a:cubicBezTo>
                  <a:pt x="4875782" y="239569"/>
                  <a:pt x="4874112" y="283413"/>
                  <a:pt x="4892569" y="249933"/>
                </a:cubicBezTo>
                <a:lnTo>
                  <a:pt x="4896611" y="240448"/>
                </a:lnTo>
                <a:lnTo>
                  <a:pt x="4917286" y="243659"/>
                </a:lnTo>
                <a:cubicBezTo>
                  <a:pt x="4923060" y="243799"/>
                  <a:pt x="4981729" y="240979"/>
                  <a:pt x="4981173" y="247103"/>
                </a:cubicBezTo>
                <a:cubicBezTo>
                  <a:pt x="5024880" y="220690"/>
                  <a:pt x="5014146" y="257963"/>
                  <a:pt x="5060397" y="263688"/>
                </a:cubicBezTo>
                <a:cubicBezTo>
                  <a:pt x="5093356" y="238589"/>
                  <a:pt x="5157892" y="275351"/>
                  <a:pt x="5252996" y="270655"/>
                </a:cubicBezTo>
                <a:cubicBezTo>
                  <a:pt x="5288840" y="241872"/>
                  <a:pt x="5287005" y="287921"/>
                  <a:pt x="5358056" y="247248"/>
                </a:cubicBezTo>
                <a:cubicBezTo>
                  <a:pt x="5361752" y="250257"/>
                  <a:pt x="5403312" y="238215"/>
                  <a:pt x="5426496" y="235142"/>
                </a:cubicBezTo>
                <a:cubicBezTo>
                  <a:pt x="5449679" y="232069"/>
                  <a:pt x="5473549" y="245611"/>
                  <a:pt x="5497161" y="228808"/>
                </a:cubicBezTo>
                <a:cubicBezTo>
                  <a:pt x="5611861" y="172767"/>
                  <a:pt x="5723211" y="165860"/>
                  <a:pt x="5826043" y="148073"/>
                </a:cubicBezTo>
                <a:cubicBezTo>
                  <a:pt x="5943127" y="133166"/>
                  <a:pt x="5872659" y="193078"/>
                  <a:pt x="6013415" y="137316"/>
                </a:cubicBezTo>
                <a:cubicBezTo>
                  <a:pt x="6031924" y="154783"/>
                  <a:pt x="6050745" y="154258"/>
                  <a:pt x="6080994" y="142938"/>
                </a:cubicBezTo>
                <a:cubicBezTo>
                  <a:pt x="6138083" y="137090"/>
                  <a:pt x="6140195" y="184383"/>
                  <a:pt x="6194152" y="151772"/>
                </a:cubicBezTo>
                <a:cubicBezTo>
                  <a:pt x="6187280" y="177783"/>
                  <a:pt x="6304222" y="153410"/>
                  <a:pt x="6281379" y="181626"/>
                </a:cubicBezTo>
                <a:cubicBezTo>
                  <a:pt x="6321899" y="201819"/>
                  <a:pt x="6335111" y="162590"/>
                  <a:pt x="6374947" y="179799"/>
                </a:cubicBezTo>
                <a:cubicBezTo>
                  <a:pt x="6417404" y="181336"/>
                  <a:pt x="6402484" y="169694"/>
                  <a:pt x="6448518" y="164378"/>
                </a:cubicBezTo>
                <a:cubicBezTo>
                  <a:pt x="6504958" y="162488"/>
                  <a:pt x="6493438" y="111203"/>
                  <a:pt x="6544700" y="167161"/>
                </a:cubicBezTo>
                <a:cubicBezTo>
                  <a:pt x="6601507" y="148697"/>
                  <a:pt x="6566269" y="164386"/>
                  <a:pt x="6648353" y="172250"/>
                </a:cubicBezTo>
                <a:cubicBezTo>
                  <a:pt x="6680008" y="155223"/>
                  <a:pt x="6707960" y="160673"/>
                  <a:pt x="6736227" y="173216"/>
                </a:cubicBezTo>
                <a:cubicBezTo>
                  <a:pt x="6813963" y="164284"/>
                  <a:pt x="6888143" y="181296"/>
                  <a:pt x="6977218" y="184289"/>
                </a:cubicBezTo>
                <a:cubicBezTo>
                  <a:pt x="7040424" y="188318"/>
                  <a:pt x="7000278" y="216835"/>
                  <a:pt x="7065221" y="227531"/>
                </a:cubicBezTo>
                <a:cubicBezTo>
                  <a:pt x="7130163" y="238228"/>
                  <a:pt x="7291878" y="238208"/>
                  <a:pt x="7366876" y="248468"/>
                </a:cubicBezTo>
                <a:cubicBezTo>
                  <a:pt x="7491356" y="206752"/>
                  <a:pt x="7367734" y="280166"/>
                  <a:pt x="7565449" y="258950"/>
                </a:cubicBezTo>
                <a:cubicBezTo>
                  <a:pt x="7575959" y="252432"/>
                  <a:pt x="7600854" y="257628"/>
                  <a:pt x="7599285" y="266021"/>
                </a:cubicBezTo>
                <a:cubicBezTo>
                  <a:pt x="7611616" y="262940"/>
                  <a:pt x="7639946" y="245819"/>
                  <a:pt x="7644411" y="258986"/>
                </a:cubicBezTo>
                <a:cubicBezTo>
                  <a:pt x="7708015" y="258012"/>
                  <a:pt x="7770249" y="247724"/>
                  <a:pt x="7825110" y="229109"/>
                </a:cubicBezTo>
                <a:cubicBezTo>
                  <a:pt x="7949762" y="247028"/>
                  <a:pt x="7921956" y="197757"/>
                  <a:pt x="7965804" y="190545"/>
                </a:cubicBezTo>
                <a:cubicBezTo>
                  <a:pt x="8039439" y="213878"/>
                  <a:pt x="8063651" y="191475"/>
                  <a:pt x="8147401" y="205617"/>
                </a:cubicBezTo>
                <a:cubicBezTo>
                  <a:pt x="8166453" y="196610"/>
                  <a:pt x="8225048" y="207099"/>
                  <a:pt x="8256033" y="193713"/>
                </a:cubicBezTo>
                <a:cubicBezTo>
                  <a:pt x="8311388" y="242017"/>
                  <a:pt x="8350376" y="178592"/>
                  <a:pt x="8410677" y="172167"/>
                </a:cubicBezTo>
                <a:cubicBezTo>
                  <a:pt x="8470978" y="165743"/>
                  <a:pt x="8572470" y="206385"/>
                  <a:pt x="8617841" y="155167"/>
                </a:cubicBezTo>
                <a:cubicBezTo>
                  <a:pt x="8646050" y="160448"/>
                  <a:pt x="8664949" y="183631"/>
                  <a:pt x="8715976" y="178374"/>
                </a:cubicBezTo>
                <a:cubicBezTo>
                  <a:pt x="8737194" y="188216"/>
                  <a:pt x="8738009" y="189511"/>
                  <a:pt x="8778827" y="172936"/>
                </a:cubicBezTo>
                <a:cubicBezTo>
                  <a:pt x="8725277" y="146372"/>
                  <a:pt x="8850819" y="175612"/>
                  <a:pt x="8840778" y="143149"/>
                </a:cubicBezTo>
                <a:cubicBezTo>
                  <a:pt x="8903519" y="121096"/>
                  <a:pt x="9021861" y="150359"/>
                  <a:pt x="9010380" y="91891"/>
                </a:cubicBezTo>
                <a:cubicBezTo>
                  <a:pt x="9027103" y="56852"/>
                  <a:pt x="9112524" y="108357"/>
                  <a:pt x="9110856" y="70997"/>
                </a:cubicBezTo>
                <a:cubicBezTo>
                  <a:pt x="9148189" y="94250"/>
                  <a:pt x="9209809" y="53285"/>
                  <a:pt x="9268817" y="53082"/>
                </a:cubicBezTo>
                <a:cubicBezTo>
                  <a:pt x="9279135" y="35997"/>
                  <a:pt x="9292736" y="36520"/>
                  <a:pt x="9316667" y="45047"/>
                </a:cubicBezTo>
                <a:cubicBezTo>
                  <a:pt x="9352186" y="45862"/>
                  <a:pt x="9390008" y="39799"/>
                  <a:pt x="9428209" y="29923"/>
                </a:cubicBez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28367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C9A36457-A5F4-4103-A443-02581C0918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DC5FB7E8-B636-40FA-BE8D-48145C0F5C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4"/>
            <a:ext cx="12192000" cy="2295238"/>
          </a:xfrm>
          <a:custGeom>
            <a:avLst/>
            <a:gdLst>
              <a:gd name="connsiteX0" fmla="*/ 12160143 w 12192000"/>
              <a:gd name="connsiteY0" fmla="*/ 831692 h 2079137"/>
              <a:gd name="connsiteX1" fmla="*/ 12159112 w 12192000"/>
              <a:gd name="connsiteY1" fmla="*/ 833361 h 2079137"/>
              <a:gd name="connsiteX2" fmla="*/ 12158912 w 12192000"/>
              <a:gd name="connsiteY2" fmla="*/ 832430 h 2079137"/>
              <a:gd name="connsiteX3" fmla="*/ 0 w 12192000"/>
              <a:gd name="connsiteY3" fmla="*/ 0 h 2079137"/>
              <a:gd name="connsiteX4" fmla="*/ 12192000 w 12192000"/>
              <a:gd name="connsiteY4" fmla="*/ 0 h 2079137"/>
              <a:gd name="connsiteX5" fmla="*/ 12192000 w 12192000"/>
              <a:gd name="connsiteY5" fmla="*/ 558063 h 2079137"/>
              <a:gd name="connsiteX6" fmla="*/ 12189259 w 12192000"/>
              <a:gd name="connsiteY6" fmla="*/ 810508 h 2079137"/>
              <a:gd name="connsiteX7" fmla="*/ 12170847 w 12192000"/>
              <a:gd name="connsiteY7" fmla="*/ 825280 h 2079137"/>
              <a:gd name="connsiteX8" fmla="*/ 12160143 w 12192000"/>
              <a:gd name="connsiteY8" fmla="*/ 831692 h 2079137"/>
              <a:gd name="connsiteX9" fmla="*/ 12163806 w 12192000"/>
              <a:gd name="connsiteY9" fmla="*/ 825759 h 2079137"/>
              <a:gd name="connsiteX10" fmla="*/ 12056557 w 12192000"/>
              <a:gd name="connsiteY10" fmla="*/ 810176 h 2079137"/>
              <a:gd name="connsiteX11" fmla="*/ 11900316 w 12192000"/>
              <a:gd name="connsiteY11" fmla="*/ 789618 h 2079137"/>
              <a:gd name="connsiteX12" fmla="*/ 11791206 w 12192000"/>
              <a:gd name="connsiteY12" fmla="*/ 824176 h 2079137"/>
              <a:gd name="connsiteX13" fmla="*/ 11659257 w 12192000"/>
              <a:gd name="connsiteY13" fmla="*/ 800841 h 2079137"/>
              <a:gd name="connsiteX14" fmla="*/ 11569789 w 12192000"/>
              <a:gd name="connsiteY14" fmla="*/ 797135 h 2079137"/>
              <a:gd name="connsiteX15" fmla="*/ 11367885 w 12192000"/>
              <a:gd name="connsiteY15" fmla="*/ 791985 h 2079137"/>
              <a:gd name="connsiteX16" fmla="*/ 11174663 w 12192000"/>
              <a:gd name="connsiteY16" fmla="*/ 788721 h 2079137"/>
              <a:gd name="connsiteX17" fmla="*/ 11068220 w 12192000"/>
              <a:gd name="connsiteY17" fmla="*/ 786994 h 2079137"/>
              <a:gd name="connsiteX18" fmla="*/ 10893266 w 12192000"/>
              <a:gd name="connsiteY18" fmla="*/ 794013 h 2079137"/>
              <a:gd name="connsiteX19" fmla="*/ 10844025 w 12192000"/>
              <a:gd name="connsiteY19" fmla="*/ 789857 h 2079137"/>
              <a:gd name="connsiteX20" fmla="*/ 10814353 w 12192000"/>
              <a:gd name="connsiteY20" fmla="*/ 789010 h 2079137"/>
              <a:gd name="connsiteX21" fmla="*/ 10748393 w 12192000"/>
              <a:gd name="connsiteY21" fmla="*/ 806738 h 2079137"/>
              <a:gd name="connsiteX22" fmla="*/ 10468256 w 12192000"/>
              <a:gd name="connsiteY22" fmla="*/ 778733 h 2079137"/>
              <a:gd name="connsiteX23" fmla="*/ 10256131 w 12192000"/>
              <a:gd name="connsiteY23" fmla="*/ 788332 h 2079137"/>
              <a:gd name="connsiteX24" fmla="*/ 10177442 w 12192000"/>
              <a:gd name="connsiteY24" fmla="*/ 777371 h 2079137"/>
              <a:gd name="connsiteX25" fmla="*/ 10006086 w 12192000"/>
              <a:gd name="connsiteY25" fmla="*/ 792651 h 2079137"/>
              <a:gd name="connsiteX26" fmla="*/ 9952382 w 12192000"/>
              <a:gd name="connsiteY26" fmla="*/ 815411 h 2079137"/>
              <a:gd name="connsiteX27" fmla="*/ 9926457 w 12192000"/>
              <a:gd name="connsiteY27" fmla="*/ 827295 h 2079137"/>
              <a:gd name="connsiteX28" fmla="*/ 9843405 w 12192000"/>
              <a:gd name="connsiteY28" fmla="*/ 867046 h 2079137"/>
              <a:gd name="connsiteX29" fmla="*/ 9830866 w 12192000"/>
              <a:gd name="connsiteY29" fmla="*/ 875047 h 2079137"/>
              <a:gd name="connsiteX30" fmla="*/ 9801807 w 12192000"/>
              <a:gd name="connsiteY30" fmla="*/ 872272 h 2079137"/>
              <a:gd name="connsiteX31" fmla="*/ 9785653 w 12192000"/>
              <a:gd name="connsiteY31" fmla="*/ 861743 h 2079137"/>
              <a:gd name="connsiteX32" fmla="*/ 9781177 w 12192000"/>
              <a:gd name="connsiteY32" fmla="*/ 864820 h 2079137"/>
              <a:gd name="connsiteX33" fmla="*/ 9768640 w 12192000"/>
              <a:gd name="connsiteY33" fmla="*/ 869379 h 2079137"/>
              <a:gd name="connsiteX34" fmla="*/ 9712211 w 12192000"/>
              <a:gd name="connsiteY34" fmla="*/ 900283 h 2079137"/>
              <a:gd name="connsiteX35" fmla="*/ 9689465 w 12192000"/>
              <a:gd name="connsiteY35" fmla="*/ 899268 h 2079137"/>
              <a:gd name="connsiteX36" fmla="*/ 9600339 w 12192000"/>
              <a:gd name="connsiteY36" fmla="*/ 922112 h 2079137"/>
              <a:gd name="connsiteX37" fmla="*/ 9582850 w 12192000"/>
              <a:gd name="connsiteY37" fmla="*/ 925510 h 2079137"/>
              <a:gd name="connsiteX38" fmla="*/ 9549638 w 12192000"/>
              <a:gd name="connsiteY38" fmla="*/ 940845 h 2079137"/>
              <a:gd name="connsiteX39" fmla="*/ 9539471 w 12192000"/>
              <a:gd name="connsiteY39" fmla="*/ 941799 h 2079137"/>
              <a:gd name="connsiteX40" fmla="*/ 9505592 w 12192000"/>
              <a:gd name="connsiteY40" fmla="*/ 955533 h 2079137"/>
              <a:gd name="connsiteX41" fmla="*/ 9432569 w 12192000"/>
              <a:gd name="connsiteY41" fmla="*/ 985377 h 2079137"/>
              <a:gd name="connsiteX42" fmla="*/ 9414216 w 12192000"/>
              <a:gd name="connsiteY42" fmla="*/ 992655 h 2079137"/>
              <a:gd name="connsiteX43" fmla="*/ 9397106 w 12192000"/>
              <a:gd name="connsiteY43" fmla="*/ 992980 h 2079137"/>
              <a:gd name="connsiteX44" fmla="*/ 9305108 w 12192000"/>
              <a:gd name="connsiteY44" fmla="*/ 1007767 h 2079137"/>
              <a:gd name="connsiteX45" fmla="*/ 9282434 w 12192000"/>
              <a:gd name="connsiteY45" fmla="*/ 1007523 h 2079137"/>
              <a:gd name="connsiteX46" fmla="*/ 9271941 w 12192000"/>
              <a:gd name="connsiteY46" fmla="*/ 1002839 h 2079137"/>
              <a:gd name="connsiteX47" fmla="*/ 9238227 w 12192000"/>
              <a:gd name="connsiteY47" fmla="*/ 1017668 h 2079137"/>
              <a:gd name="connsiteX48" fmla="*/ 9184265 w 12192000"/>
              <a:gd name="connsiteY48" fmla="*/ 1031275 h 2079137"/>
              <a:gd name="connsiteX49" fmla="*/ 9159000 w 12192000"/>
              <a:gd name="connsiteY49" fmla="*/ 1039569 h 2079137"/>
              <a:gd name="connsiteX50" fmla="*/ 9137031 w 12192000"/>
              <a:gd name="connsiteY50" fmla="*/ 1038699 h 2079137"/>
              <a:gd name="connsiteX51" fmla="*/ 9015702 w 12192000"/>
              <a:gd name="connsiteY51" fmla="*/ 1051400 h 2079137"/>
              <a:gd name="connsiteX52" fmla="*/ 8971403 w 12192000"/>
              <a:gd name="connsiteY52" fmla="*/ 1040542 h 2079137"/>
              <a:gd name="connsiteX53" fmla="*/ 8961826 w 12192000"/>
              <a:gd name="connsiteY53" fmla="*/ 1045364 h 2079137"/>
              <a:gd name="connsiteX54" fmla="*/ 8888623 w 12192000"/>
              <a:gd name="connsiteY54" fmla="*/ 1053908 h 2079137"/>
              <a:gd name="connsiteX55" fmla="*/ 8841066 w 12192000"/>
              <a:gd name="connsiteY55" fmla="*/ 1060421 h 2079137"/>
              <a:gd name="connsiteX56" fmla="*/ 8752342 w 12192000"/>
              <a:gd name="connsiteY56" fmla="*/ 1080646 h 2079137"/>
              <a:gd name="connsiteX57" fmla="*/ 8699139 w 12192000"/>
              <a:gd name="connsiteY57" fmla="*/ 1087885 h 2079137"/>
              <a:gd name="connsiteX58" fmla="*/ 8667273 w 12192000"/>
              <a:gd name="connsiteY58" fmla="*/ 1092062 h 2079137"/>
              <a:gd name="connsiteX59" fmla="*/ 8586064 w 12192000"/>
              <a:gd name="connsiteY59" fmla="*/ 1114603 h 2079137"/>
              <a:gd name="connsiteX60" fmla="*/ 8460312 w 12192000"/>
              <a:gd name="connsiteY60" fmla="*/ 1179878 h 2079137"/>
              <a:gd name="connsiteX61" fmla="*/ 8419023 w 12192000"/>
              <a:gd name="connsiteY61" fmla="*/ 1191748 h 2079137"/>
              <a:gd name="connsiteX62" fmla="*/ 8410939 w 12192000"/>
              <a:gd name="connsiteY62" fmla="*/ 1189696 h 2079137"/>
              <a:gd name="connsiteX63" fmla="*/ 8362040 w 12192000"/>
              <a:gd name="connsiteY63" fmla="*/ 1220820 h 2079137"/>
              <a:gd name="connsiteX64" fmla="*/ 8273677 w 12192000"/>
              <a:gd name="connsiteY64" fmla="*/ 1236495 h 2079137"/>
              <a:gd name="connsiteX65" fmla="*/ 8204283 w 12192000"/>
              <a:gd name="connsiteY65" fmla="*/ 1243537 h 2079137"/>
              <a:gd name="connsiteX66" fmla="*/ 8166550 w 12192000"/>
              <a:gd name="connsiteY66" fmla="*/ 1249551 h 2079137"/>
              <a:gd name="connsiteX67" fmla="*/ 8137785 w 12192000"/>
              <a:gd name="connsiteY67" fmla="*/ 1251636 h 2079137"/>
              <a:gd name="connsiteX68" fmla="*/ 8071596 w 12192000"/>
              <a:gd name="connsiteY68" fmla="*/ 1269274 h 2079137"/>
              <a:gd name="connsiteX69" fmla="*/ 7964816 w 12192000"/>
              <a:gd name="connsiteY69" fmla="*/ 1303668 h 2079137"/>
              <a:gd name="connsiteX70" fmla="*/ 7941495 w 12192000"/>
              <a:gd name="connsiteY70" fmla="*/ 1309821 h 2079137"/>
              <a:gd name="connsiteX71" fmla="*/ 7919123 w 12192000"/>
              <a:gd name="connsiteY71" fmla="*/ 1310466 h 2079137"/>
              <a:gd name="connsiteX72" fmla="*/ 7911902 w 12192000"/>
              <a:gd name="connsiteY72" fmla="*/ 1306569 h 2079137"/>
              <a:gd name="connsiteX73" fmla="*/ 7898703 w 12192000"/>
              <a:gd name="connsiteY73" fmla="*/ 1309208 h 2079137"/>
              <a:gd name="connsiteX74" fmla="*/ 7894703 w 12192000"/>
              <a:gd name="connsiteY74" fmla="*/ 1308939 h 2079137"/>
              <a:gd name="connsiteX75" fmla="*/ 7872267 w 12192000"/>
              <a:gd name="connsiteY75" fmla="*/ 1308370 h 2079137"/>
              <a:gd name="connsiteX76" fmla="*/ 7836454 w 12192000"/>
              <a:gd name="connsiteY76" fmla="*/ 1331265 h 2079137"/>
              <a:gd name="connsiteX77" fmla="*/ 7782451 w 12192000"/>
              <a:gd name="connsiteY77" fmla="*/ 1339601 h 2079137"/>
              <a:gd name="connsiteX78" fmla="*/ 7542969 w 12192000"/>
              <a:gd name="connsiteY78" fmla="*/ 1372495 h 2079137"/>
              <a:gd name="connsiteX79" fmla="*/ 7476832 w 12192000"/>
              <a:gd name="connsiteY79" fmla="*/ 1431655 h 2079137"/>
              <a:gd name="connsiteX80" fmla="*/ 7370237 w 12192000"/>
              <a:gd name="connsiteY80" fmla="*/ 1474339 h 2079137"/>
              <a:gd name="connsiteX81" fmla="*/ 7222223 w 12192000"/>
              <a:gd name="connsiteY81" fmla="*/ 1510199 h 2079137"/>
              <a:gd name="connsiteX82" fmla="*/ 7215703 w 12192000"/>
              <a:gd name="connsiteY82" fmla="*/ 1520424 h 2079137"/>
              <a:gd name="connsiteX83" fmla="*/ 7204548 w 12192000"/>
              <a:gd name="connsiteY83" fmla="*/ 1528145 h 2079137"/>
              <a:gd name="connsiteX84" fmla="*/ 7202038 w 12192000"/>
              <a:gd name="connsiteY84" fmla="*/ 1527954 h 2079137"/>
              <a:gd name="connsiteX85" fmla="*/ 7173860 w 12192000"/>
              <a:gd name="connsiteY85" fmla="*/ 1541605 h 2079137"/>
              <a:gd name="connsiteX86" fmla="*/ 7155079 w 12192000"/>
              <a:gd name="connsiteY86" fmla="*/ 1552495 h 2079137"/>
              <a:gd name="connsiteX87" fmla="*/ 7149757 w 12192000"/>
              <a:gd name="connsiteY87" fmla="*/ 1552732 h 2079137"/>
              <a:gd name="connsiteX88" fmla="*/ 7104804 w 12192000"/>
              <a:gd name="connsiteY88" fmla="*/ 1565792 h 2079137"/>
              <a:gd name="connsiteX89" fmla="*/ 7082824 w 12192000"/>
              <a:gd name="connsiteY89" fmla="*/ 1567947 h 2079137"/>
              <a:gd name="connsiteX90" fmla="*/ 7021520 w 12192000"/>
              <a:gd name="connsiteY90" fmla="*/ 1562334 h 2079137"/>
              <a:gd name="connsiteX91" fmla="*/ 6988956 w 12192000"/>
              <a:gd name="connsiteY91" fmla="*/ 1576442 h 2079137"/>
              <a:gd name="connsiteX92" fmla="*/ 6981922 w 12192000"/>
              <a:gd name="connsiteY92" fmla="*/ 1578821 h 2079137"/>
              <a:gd name="connsiteX93" fmla="*/ 6981583 w 12192000"/>
              <a:gd name="connsiteY93" fmla="*/ 1578678 h 2079137"/>
              <a:gd name="connsiteX94" fmla="*/ 6973762 w 12192000"/>
              <a:gd name="connsiteY94" fmla="*/ 1580811 h 2079137"/>
              <a:gd name="connsiteX95" fmla="*/ 6969093 w 12192000"/>
              <a:gd name="connsiteY95" fmla="*/ 1583157 h 2079137"/>
              <a:gd name="connsiteX96" fmla="*/ 6890037 w 12192000"/>
              <a:gd name="connsiteY96" fmla="*/ 1575825 h 2079137"/>
              <a:gd name="connsiteX97" fmla="*/ 6785054 w 12192000"/>
              <a:gd name="connsiteY97" fmla="*/ 1582200 h 2079137"/>
              <a:gd name="connsiteX98" fmla="*/ 6681692 w 12192000"/>
              <a:gd name="connsiteY98" fmla="*/ 1591296 h 2079137"/>
              <a:gd name="connsiteX99" fmla="*/ 6644556 w 12192000"/>
              <a:gd name="connsiteY99" fmla="*/ 1595940 h 2079137"/>
              <a:gd name="connsiteX100" fmla="*/ 6577106 w 12192000"/>
              <a:gd name="connsiteY100" fmla="*/ 1598261 h 2079137"/>
              <a:gd name="connsiteX101" fmla="*/ 6544183 w 12192000"/>
              <a:gd name="connsiteY101" fmla="*/ 1596149 h 2079137"/>
              <a:gd name="connsiteX102" fmla="*/ 6540921 w 12192000"/>
              <a:gd name="connsiteY102" fmla="*/ 1593857 h 2079137"/>
              <a:gd name="connsiteX103" fmla="*/ 6535046 w 12192000"/>
              <a:gd name="connsiteY103" fmla="*/ 1593283 h 2079137"/>
              <a:gd name="connsiteX104" fmla="*/ 6519853 w 12192000"/>
              <a:gd name="connsiteY104" fmla="*/ 1595771 h 2079137"/>
              <a:gd name="connsiteX105" fmla="*/ 6514280 w 12192000"/>
              <a:gd name="connsiteY105" fmla="*/ 1597376 h 2079137"/>
              <a:gd name="connsiteX106" fmla="*/ 6505824 w 12192000"/>
              <a:gd name="connsiteY106" fmla="*/ 1598298 h 2079137"/>
              <a:gd name="connsiteX107" fmla="*/ 6505573 w 12192000"/>
              <a:gd name="connsiteY107" fmla="*/ 1598109 h 2079137"/>
              <a:gd name="connsiteX108" fmla="*/ 6497741 w 12192000"/>
              <a:gd name="connsiteY108" fmla="*/ 1599392 h 2079137"/>
              <a:gd name="connsiteX109" fmla="*/ 6459992 w 12192000"/>
              <a:gd name="connsiteY109" fmla="*/ 1608358 h 2079137"/>
              <a:gd name="connsiteX110" fmla="*/ 6404572 w 12192000"/>
              <a:gd name="connsiteY110" fmla="*/ 1593771 h 2079137"/>
              <a:gd name="connsiteX111" fmla="*/ 6382671 w 12192000"/>
              <a:gd name="connsiteY111" fmla="*/ 1592612 h 2079137"/>
              <a:gd name="connsiteX112" fmla="*/ 6369843 w 12192000"/>
              <a:gd name="connsiteY112" fmla="*/ 1590015 h 2079137"/>
              <a:gd name="connsiteX113" fmla="*/ 6269740 w 12192000"/>
              <a:gd name="connsiteY113" fmla="*/ 1614633 h 2079137"/>
              <a:gd name="connsiteX114" fmla="*/ 6255405 w 12192000"/>
              <a:gd name="connsiteY114" fmla="*/ 1620529 h 2079137"/>
              <a:gd name="connsiteX115" fmla="*/ 6244248 w 12192000"/>
              <a:gd name="connsiteY115" fmla="*/ 1629561 h 2079137"/>
              <a:gd name="connsiteX116" fmla="*/ 6086396 w 12192000"/>
              <a:gd name="connsiteY116" fmla="*/ 1642666 h 2079137"/>
              <a:gd name="connsiteX117" fmla="*/ 5867429 w 12192000"/>
              <a:gd name="connsiteY117" fmla="*/ 1695554 h 2079137"/>
              <a:gd name="connsiteX118" fmla="*/ 5772864 w 12192000"/>
              <a:gd name="connsiteY118" fmla="*/ 1689002 h 2079137"/>
              <a:gd name="connsiteX119" fmla="*/ 5629833 w 12192000"/>
              <a:gd name="connsiteY119" fmla="*/ 1713273 h 2079137"/>
              <a:gd name="connsiteX120" fmla="*/ 5504771 w 12192000"/>
              <a:gd name="connsiteY120" fmla="*/ 1725744 h 2079137"/>
              <a:gd name="connsiteX121" fmla="*/ 5490967 w 12192000"/>
              <a:gd name="connsiteY121" fmla="*/ 1726367 h 2079137"/>
              <a:gd name="connsiteX122" fmla="*/ 5486015 w 12192000"/>
              <a:gd name="connsiteY122" fmla="*/ 1721481 h 2079137"/>
              <a:gd name="connsiteX123" fmla="*/ 5439364 w 12192000"/>
              <a:gd name="connsiteY123" fmla="*/ 1721349 h 2079137"/>
              <a:gd name="connsiteX124" fmla="*/ 5350025 w 12192000"/>
              <a:gd name="connsiteY124" fmla="*/ 1729885 h 2079137"/>
              <a:gd name="connsiteX125" fmla="*/ 5336104 w 12192000"/>
              <a:gd name="connsiteY125" fmla="*/ 1734377 h 2079137"/>
              <a:gd name="connsiteX126" fmla="*/ 5245234 w 12192000"/>
              <a:gd name="connsiteY126" fmla="*/ 1738520 h 2079137"/>
              <a:gd name="connsiteX127" fmla="*/ 5182955 w 12192000"/>
              <a:gd name="connsiteY127" fmla="*/ 1744622 h 2079137"/>
              <a:gd name="connsiteX128" fmla="*/ 5169506 w 12192000"/>
              <a:gd name="connsiteY128" fmla="*/ 1748993 h 2079137"/>
              <a:gd name="connsiteX129" fmla="*/ 5154299 w 12192000"/>
              <a:gd name="connsiteY129" fmla="*/ 1744080 h 2079137"/>
              <a:gd name="connsiteX130" fmla="*/ 5149917 w 12192000"/>
              <a:gd name="connsiteY130" fmla="*/ 1739727 h 2079137"/>
              <a:gd name="connsiteX131" fmla="*/ 5100319 w 12192000"/>
              <a:gd name="connsiteY131" fmla="*/ 1745797 h 2079137"/>
              <a:gd name="connsiteX132" fmla="*/ 5094361 w 12192000"/>
              <a:gd name="connsiteY132" fmla="*/ 1745767 h 2079137"/>
              <a:gd name="connsiteX133" fmla="*/ 5053410 w 12192000"/>
              <a:gd name="connsiteY133" fmla="*/ 1742790 h 2079137"/>
              <a:gd name="connsiteX134" fmla="*/ 4992711 w 12192000"/>
              <a:gd name="connsiteY134" fmla="*/ 1734075 h 2079137"/>
              <a:gd name="connsiteX135" fmla="*/ 4930098 w 12192000"/>
              <a:gd name="connsiteY135" fmla="*/ 1717312 h 2079137"/>
              <a:gd name="connsiteX136" fmla="*/ 4893834 w 12192000"/>
              <a:gd name="connsiteY136" fmla="*/ 1710028 h 2079137"/>
              <a:gd name="connsiteX137" fmla="*/ 4868730 w 12192000"/>
              <a:gd name="connsiteY137" fmla="*/ 1702384 h 2079137"/>
              <a:gd name="connsiteX138" fmla="*/ 4797925 w 12192000"/>
              <a:gd name="connsiteY138" fmla="*/ 1695535 h 2079137"/>
              <a:gd name="connsiteX139" fmla="*/ 4677670 w 12192000"/>
              <a:gd name="connsiteY139" fmla="*/ 1689453 h 2079137"/>
              <a:gd name="connsiteX140" fmla="*/ 4634248 w 12192000"/>
              <a:gd name="connsiteY140" fmla="*/ 1680227 h 2079137"/>
              <a:gd name="connsiteX141" fmla="*/ 4632434 w 12192000"/>
              <a:gd name="connsiteY141" fmla="*/ 1674607 h 2079137"/>
              <a:gd name="connsiteX142" fmla="*/ 4619204 w 12192000"/>
              <a:gd name="connsiteY142" fmla="*/ 1672507 h 2079137"/>
              <a:gd name="connsiteX143" fmla="*/ 4616283 w 12192000"/>
              <a:gd name="connsiteY143" fmla="*/ 1670977 h 2079137"/>
              <a:gd name="connsiteX144" fmla="*/ 4598926 w 12192000"/>
              <a:gd name="connsiteY144" fmla="*/ 1663178 h 2079137"/>
              <a:gd name="connsiteX145" fmla="*/ 4547069 w 12192000"/>
              <a:gd name="connsiteY145" fmla="*/ 1670642 h 2079137"/>
              <a:gd name="connsiteX146" fmla="*/ 4523516 w 12192000"/>
              <a:gd name="connsiteY146" fmla="*/ 1669785 h 2079137"/>
              <a:gd name="connsiteX147" fmla="*/ 4500586 w 12192000"/>
              <a:gd name="connsiteY147" fmla="*/ 1675912 h 2079137"/>
              <a:gd name="connsiteX148" fmla="*/ 4488196 w 12192000"/>
              <a:gd name="connsiteY148" fmla="*/ 1683463 h 2079137"/>
              <a:gd name="connsiteX149" fmla="*/ 4445463 w 12192000"/>
              <a:gd name="connsiteY149" fmla="*/ 1695634 h 2079137"/>
              <a:gd name="connsiteX150" fmla="*/ 4446550 w 12192000"/>
              <a:gd name="connsiteY150" fmla="*/ 1680538 h 2079137"/>
              <a:gd name="connsiteX151" fmla="*/ 4365375 w 12192000"/>
              <a:gd name="connsiteY151" fmla="*/ 1697935 h 2079137"/>
              <a:gd name="connsiteX152" fmla="*/ 4305123 w 12192000"/>
              <a:gd name="connsiteY152" fmla="*/ 1714185 h 2079137"/>
              <a:gd name="connsiteX153" fmla="*/ 4292665 w 12192000"/>
              <a:gd name="connsiteY153" fmla="*/ 1720703 h 2079137"/>
              <a:gd name="connsiteX154" fmla="*/ 4276789 w 12192000"/>
              <a:gd name="connsiteY154" fmla="*/ 1718367 h 2079137"/>
              <a:gd name="connsiteX155" fmla="*/ 4271683 w 12192000"/>
              <a:gd name="connsiteY155" fmla="*/ 1714801 h 2079137"/>
              <a:gd name="connsiteX156" fmla="*/ 4223918 w 12192000"/>
              <a:gd name="connsiteY156" fmla="*/ 1728936 h 2079137"/>
              <a:gd name="connsiteX157" fmla="*/ 4218039 w 12192000"/>
              <a:gd name="connsiteY157" fmla="*/ 1729885 h 2079137"/>
              <a:gd name="connsiteX158" fmla="*/ 4177153 w 12192000"/>
              <a:gd name="connsiteY158" fmla="*/ 1733691 h 2079137"/>
              <a:gd name="connsiteX159" fmla="*/ 4051032 w 12192000"/>
              <a:gd name="connsiteY159" fmla="*/ 1728886 h 2079137"/>
              <a:gd name="connsiteX160" fmla="*/ 4013978 w 12192000"/>
              <a:gd name="connsiteY160" fmla="*/ 1727679 h 2079137"/>
              <a:gd name="connsiteX161" fmla="*/ 3987857 w 12192000"/>
              <a:gd name="connsiteY161" fmla="*/ 1724282 h 2079137"/>
              <a:gd name="connsiteX162" fmla="*/ 3916852 w 12192000"/>
              <a:gd name="connsiteY162" fmla="*/ 1729184 h 2079137"/>
              <a:gd name="connsiteX163" fmla="*/ 3797263 w 12192000"/>
              <a:gd name="connsiteY163" fmla="*/ 1742976 h 2079137"/>
              <a:gd name="connsiteX164" fmla="*/ 3752806 w 12192000"/>
              <a:gd name="connsiteY164" fmla="*/ 1741033 h 2079137"/>
              <a:gd name="connsiteX165" fmla="*/ 3749997 w 12192000"/>
              <a:gd name="connsiteY165" fmla="*/ 1735799 h 2079137"/>
              <a:gd name="connsiteX166" fmla="*/ 3736582 w 12192000"/>
              <a:gd name="connsiteY166" fmla="*/ 1735907 h 2079137"/>
              <a:gd name="connsiteX167" fmla="*/ 3733428 w 12192000"/>
              <a:gd name="connsiteY167" fmla="*/ 1734881 h 2079137"/>
              <a:gd name="connsiteX168" fmla="*/ 3714911 w 12192000"/>
              <a:gd name="connsiteY168" fmla="*/ 1730056 h 2079137"/>
              <a:gd name="connsiteX169" fmla="*/ 3665172 w 12192000"/>
              <a:gd name="connsiteY169" fmla="*/ 1745936 h 2079137"/>
              <a:gd name="connsiteX170" fmla="*/ 3552006 w 12192000"/>
              <a:gd name="connsiteY170" fmla="*/ 1755220 h 2079137"/>
              <a:gd name="connsiteX171" fmla="*/ 3390301 w 12192000"/>
              <a:gd name="connsiteY171" fmla="*/ 1762546 h 2079137"/>
              <a:gd name="connsiteX172" fmla="*/ 3264312 w 12192000"/>
              <a:gd name="connsiteY172" fmla="*/ 1774620 h 2079137"/>
              <a:gd name="connsiteX173" fmla="*/ 3106901 w 12192000"/>
              <a:gd name="connsiteY173" fmla="*/ 1804264 h 2079137"/>
              <a:gd name="connsiteX174" fmla="*/ 2993303 w 12192000"/>
              <a:gd name="connsiteY174" fmla="*/ 1806542 h 2079137"/>
              <a:gd name="connsiteX175" fmla="*/ 2979115 w 12192000"/>
              <a:gd name="connsiteY175" fmla="*/ 1815432 h 2079137"/>
              <a:gd name="connsiteX176" fmla="*/ 2963118 w 12192000"/>
              <a:gd name="connsiteY176" fmla="*/ 1820962 h 2079137"/>
              <a:gd name="connsiteX177" fmla="*/ 2961156 w 12192000"/>
              <a:gd name="connsiteY177" fmla="*/ 1820297 h 2079137"/>
              <a:gd name="connsiteX178" fmla="*/ 2925719 w 12192000"/>
              <a:gd name="connsiteY178" fmla="*/ 1828468 h 2079137"/>
              <a:gd name="connsiteX179" fmla="*/ 2857951 w 12192000"/>
              <a:gd name="connsiteY179" fmla="*/ 1842496 h 2079137"/>
              <a:gd name="connsiteX180" fmla="*/ 2857427 w 12192000"/>
              <a:gd name="connsiteY180" fmla="*/ 1841591 h 2079137"/>
              <a:gd name="connsiteX181" fmla="*/ 2846731 w 12192000"/>
              <a:gd name="connsiteY181" fmla="*/ 1839316 h 2079137"/>
              <a:gd name="connsiteX182" fmla="*/ 2826290 w 12192000"/>
              <a:gd name="connsiteY182" fmla="*/ 1837274 h 2079137"/>
              <a:gd name="connsiteX183" fmla="*/ 2779146 w 12192000"/>
              <a:gd name="connsiteY183" fmla="*/ 1820071 h 2079137"/>
              <a:gd name="connsiteX184" fmla="*/ 2739608 w 12192000"/>
              <a:gd name="connsiteY184" fmla="*/ 1827861 h 2079137"/>
              <a:gd name="connsiteX185" fmla="*/ 2731631 w 12192000"/>
              <a:gd name="connsiteY185" fmla="*/ 1828881 h 2079137"/>
              <a:gd name="connsiteX186" fmla="*/ 2731464 w 12192000"/>
              <a:gd name="connsiteY186" fmla="*/ 1828677 h 2079137"/>
              <a:gd name="connsiteX187" fmla="*/ 2723037 w 12192000"/>
              <a:gd name="connsiteY187" fmla="*/ 1829303 h 2079137"/>
              <a:gd name="connsiteX188" fmla="*/ 2701616 w 12192000"/>
              <a:gd name="connsiteY188" fmla="*/ 1832725 h 2079137"/>
              <a:gd name="connsiteX189" fmla="*/ 2696239 w 12192000"/>
              <a:gd name="connsiteY189" fmla="*/ 1831904 h 2079137"/>
              <a:gd name="connsiteX190" fmla="*/ 2663445 w 12192000"/>
              <a:gd name="connsiteY190" fmla="*/ 1825958 h 2079137"/>
              <a:gd name="connsiteX191" fmla="*/ 2560925 w 12192000"/>
              <a:gd name="connsiteY191" fmla="*/ 1829094 h 2079137"/>
              <a:gd name="connsiteX192" fmla="*/ 2458739 w 12192000"/>
              <a:gd name="connsiteY192" fmla="*/ 1834479 h 2079137"/>
              <a:gd name="connsiteX193" fmla="*/ 2356074 w 12192000"/>
              <a:gd name="connsiteY193" fmla="*/ 1836991 h 2079137"/>
              <a:gd name="connsiteX194" fmla="*/ 2304241 w 12192000"/>
              <a:gd name="connsiteY194" fmla="*/ 1822021 h 2079137"/>
              <a:gd name="connsiteX195" fmla="*/ 2298362 w 12192000"/>
              <a:gd name="connsiteY195" fmla="*/ 1822125 h 2079137"/>
              <a:gd name="connsiteX196" fmla="*/ 2283527 w 12192000"/>
              <a:gd name="connsiteY196" fmla="*/ 1826361 h 2079137"/>
              <a:gd name="connsiteX197" fmla="*/ 2278150 w 12192000"/>
              <a:gd name="connsiteY197" fmla="*/ 1828604 h 2079137"/>
              <a:gd name="connsiteX198" fmla="*/ 2269853 w 12192000"/>
              <a:gd name="connsiteY198" fmla="*/ 1830502 h 2079137"/>
              <a:gd name="connsiteX199" fmla="*/ 2269585 w 12192000"/>
              <a:gd name="connsiteY199" fmla="*/ 1830341 h 2079137"/>
              <a:gd name="connsiteX200" fmla="*/ 2225332 w 12192000"/>
              <a:gd name="connsiteY200" fmla="*/ 1845825 h 2079137"/>
              <a:gd name="connsiteX201" fmla="*/ 2169048 w 12192000"/>
              <a:gd name="connsiteY201" fmla="*/ 1837658 h 2079137"/>
              <a:gd name="connsiteX202" fmla="*/ 2147231 w 12192000"/>
              <a:gd name="connsiteY202" fmla="*/ 1839027 h 2079137"/>
              <a:gd name="connsiteX203" fmla="*/ 2135241 w 12192000"/>
              <a:gd name="connsiteY203" fmla="*/ 1838652 h 2079137"/>
              <a:gd name="connsiteX204" fmla="*/ 2099215 w 12192000"/>
              <a:gd name="connsiteY204" fmla="*/ 1850768 h 2079137"/>
              <a:gd name="connsiteX205" fmla="*/ 2094046 w 12192000"/>
              <a:gd name="connsiteY205" fmla="*/ 1850806 h 2079137"/>
              <a:gd name="connsiteX206" fmla="*/ 2071850 w 12192000"/>
              <a:gd name="connsiteY206" fmla="*/ 1861319 h 2079137"/>
              <a:gd name="connsiteX207" fmla="*/ 2039607 w 12192000"/>
              <a:gd name="connsiteY207" fmla="*/ 1874318 h 2079137"/>
              <a:gd name="connsiteX208" fmla="*/ 2037289 w 12192000"/>
              <a:gd name="connsiteY208" fmla="*/ 1874025 h 2079137"/>
              <a:gd name="connsiteX209" fmla="*/ 2023615 w 12192000"/>
              <a:gd name="connsiteY209" fmla="*/ 1881562 h 2079137"/>
              <a:gd name="connsiteX210" fmla="*/ 1957176 w 12192000"/>
              <a:gd name="connsiteY210" fmla="*/ 1898709 h 2079137"/>
              <a:gd name="connsiteX211" fmla="*/ 1858081 w 12192000"/>
              <a:gd name="connsiteY211" fmla="*/ 1923144 h 2079137"/>
              <a:gd name="connsiteX212" fmla="*/ 1738865 w 12192000"/>
              <a:gd name="connsiteY212" fmla="*/ 1944965 h 2079137"/>
              <a:gd name="connsiteX213" fmla="*/ 1616692 w 12192000"/>
              <a:gd name="connsiteY213" fmla="*/ 1989107 h 2079137"/>
              <a:gd name="connsiteX214" fmla="*/ 1411898 w 12192000"/>
              <a:gd name="connsiteY214" fmla="*/ 2046254 h 2079137"/>
              <a:gd name="connsiteX215" fmla="*/ 1375780 w 12192000"/>
              <a:gd name="connsiteY215" fmla="*/ 2047961 h 2079137"/>
              <a:gd name="connsiteX216" fmla="*/ 1375707 w 12192000"/>
              <a:gd name="connsiteY216" fmla="*/ 2047981 h 2079137"/>
              <a:gd name="connsiteX217" fmla="*/ 1285585 w 12192000"/>
              <a:gd name="connsiteY217" fmla="*/ 2047113 h 2079137"/>
              <a:gd name="connsiteX218" fmla="*/ 1263658 w 12192000"/>
              <a:gd name="connsiteY218" fmla="*/ 2041397 h 2079137"/>
              <a:gd name="connsiteX219" fmla="*/ 1170403 w 12192000"/>
              <a:gd name="connsiteY219" fmla="*/ 2033399 h 2079137"/>
              <a:gd name="connsiteX220" fmla="*/ 1153718 w 12192000"/>
              <a:gd name="connsiteY220" fmla="*/ 2029576 h 2079137"/>
              <a:gd name="connsiteX221" fmla="*/ 1133937 w 12192000"/>
              <a:gd name="connsiteY221" fmla="*/ 2032149 h 2079137"/>
              <a:gd name="connsiteX222" fmla="*/ 1054999 w 12192000"/>
              <a:gd name="connsiteY222" fmla="*/ 2043242 h 2079137"/>
              <a:gd name="connsiteX223" fmla="*/ 1018405 w 12192000"/>
              <a:gd name="connsiteY223" fmla="*/ 2048281 h 2079137"/>
              <a:gd name="connsiteX224" fmla="*/ 1016563 w 12192000"/>
              <a:gd name="connsiteY224" fmla="*/ 2051718 h 2079137"/>
              <a:gd name="connsiteX225" fmla="*/ 1008284 w 12192000"/>
              <a:gd name="connsiteY225" fmla="*/ 2046742 h 2079137"/>
              <a:gd name="connsiteX226" fmla="*/ 981974 w 12192000"/>
              <a:gd name="connsiteY226" fmla="*/ 2048363 h 2079137"/>
              <a:gd name="connsiteX227" fmla="*/ 971903 w 12192000"/>
              <a:gd name="connsiteY227" fmla="*/ 2053484 h 2079137"/>
              <a:gd name="connsiteX228" fmla="*/ 954015 w 12192000"/>
              <a:gd name="connsiteY228" fmla="*/ 2052529 h 2079137"/>
              <a:gd name="connsiteX229" fmla="*/ 839571 w 12192000"/>
              <a:gd name="connsiteY229" fmla="*/ 2046509 h 2079137"/>
              <a:gd name="connsiteX230" fmla="*/ 823321 w 12192000"/>
              <a:gd name="connsiteY230" fmla="*/ 2054296 h 2079137"/>
              <a:gd name="connsiteX231" fmla="*/ 800990 w 12192000"/>
              <a:gd name="connsiteY231" fmla="*/ 2051523 h 2079137"/>
              <a:gd name="connsiteX232" fmla="*/ 776439 w 12192000"/>
              <a:gd name="connsiteY232" fmla="*/ 2062634 h 2079137"/>
              <a:gd name="connsiteX233" fmla="*/ 763041 w 12192000"/>
              <a:gd name="connsiteY233" fmla="*/ 2063995 h 2079137"/>
              <a:gd name="connsiteX234" fmla="*/ 757863 w 12192000"/>
              <a:gd name="connsiteY234" fmla="*/ 2065877 h 2079137"/>
              <a:gd name="connsiteX235" fmla="*/ 745053 w 12192000"/>
              <a:gd name="connsiteY235" fmla="*/ 2051831 h 2079137"/>
              <a:gd name="connsiteX236" fmla="*/ 722609 w 12192000"/>
              <a:gd name="connsiteY236" fmla="*/ 2049504 h 2079137"/>
              <a:gd name="connsiteX237" fmla="*/ 717618 w 12192000"/>
              <a:gd name="connsiteY237" fmla="*/ 2042131 h 2079137"/>
              <a:gd name="connsiteX238" fmla="*/ 703285 w 12192000"/>
              <a:gd name="connsiteY238" fmla="*/ 2046808 h 2079137"/>
              <a:gd name="connsiteX239" fmla="*/ 680199 w 12192000"/>
              <a:gd name="connsiteY239" fmla="*/ 2051947 h 2079137"/>
              <a:gd name="connsiteX240" fmla="*/ 667351 w 12192000"/>
              <a:gd name="connsiteY240" fmla="*/ 2054469 h 2079137"/>
              <a:gd name="connsiteX241" fmla="*/ 660961 w 12192000"/>
              <a:gd name="connsiteY241" fmla="*/ 2049404 h 2079137"/>
              <a:gd name="connsiteX242" fmla="*/ 638282 w 12192000"/>
              <a:gd name="connsiteY242" fmla="*/ 2060093 h 2079137"/>
              <a:gd name="connsiteX243" fmla="*/ 583551 w 12192000"/>
              <a:gd name="connsiteY243" fmla="*/ 2070197 h 2079137"/>
              <a:gd name="connsiteX244" fmla="*/ 525274 w 12192000"/>
              <a:gd name="connsiteY244" fmla="*/ 2079137 h 2079137"/>
              <a:gd name="connsiteX245" fmla="*/ 405635 w 12192000"/>
              <a:gd name="connsiteY245" fmla="*/ 2059339 h 2079137"/>
              <a:gd name="connsiteX246" fmla="*/ 281555 w 12192000"/>
              <a:gd name="connsiteY246" fmla="*/ 2022847 h 2079137"/>
              <a:gd name="connsiteX247" fmla="*/ 98513 w 12192000"/>
              <a:gd name="connsiteY247" fmla="*/ 1969504 h 2079137"/>
              <a:gd name="connsiteX248" fmla="*/ 56191 w 12192000"/>
              <a:gd name="connsiteY248" fmla="*/ 1950709 h 2079137"/>
              <a:gd name="connsiteX249" fmla="*/ 0 w 12192000"/>
              <a:gd name="connsiteY249" fmla="*/ 1935789 h 20791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</a:cxnLst>
            <a:rect l="l" t="t" r="r" b="b"/>
            <a:pathLst>
              <a:path w="12192000" h="2079137">
                <a:moveTo>
                  <a:pt x="12160143" y="831692"/>
                </a:moveTo>
                <a:lnTo>
                  <a:pt x="12159112" y="833361"/>
                </a:lnTo>
                <a:cubicBezTo>
                  <a:pt x="12157915" y="833832"/>
                  <a:pt x="12157402" y="833649"/>
                  <a:pt x="12158912" y="832430"/>
                </a:cubicBez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558063"/>
                </a:lnTo>
                <a:lnTo>
                  <a:pt x="12189259" y="810508"/>
                </a:lnTo>
                <a:lnTo>
                  <a:pt x="12170847" y="825280"/>
                </a:lnTo>
                <a:lnTo>
                  <a:pt x="12160143" y="831692"/>
                </a:lnTo>
                <a:lnTo>
                  <a:pt x="12163806" y="825759"/>
                </a:lnTo>
                <a:cubicBezTo>
                  <a:pt x="12125449" y="821525"/>
                  <a:pt x="12082203" y="824698"/>
                  <a:pt x="12056557" y="810176"/>
                </a:cubicBezTo>
                <a:cubicBezTo>
                  <a:pt x="12050902" y="790976"/>
                  <a:pt x="11923731" y="799312"/>
                  <a:pt x="11900316" y="789618"/>
                </a:cubicBezTo>
                <a:cubicBezTo>
                  <a:pt x="11841702" y="803374"/>
                  <a:pt x="11823963" y="832645"/>
                  <a:pt x="11791206" y="824176"/>
                </a:cubicBezTo>
                <a:cubicBezTo>
                  <a:pt x="11768977" y="817380"/>
                  <a:pt x="11683857" y="828947"/>
                  <a:pt x="11659257" y="800841"/>
                </a:cubicBezTo>
                <a:cubicBezTo>
                  <a:pt x="11617173" y="818107"/>
                  <a:pt x="11602556" y="790694"/>
                  <a:pt x="11569789" y="797135"/>
                </a:cubicBezTo>
                <a:cubicBezTo>
                  <a:pt x="11498310" y="795094"/>
                  <a:pt x="11458472" y="819882"/>
                  <a:pt x="11367885" y="791985"/>
                </a:cubicBezTo>
                <a:cubicBezTo>
                  <a:pt x="11325508" y="798158"/>
                  <a:pt x="11266580" y="755023"/>
                  <a:pt x="11174663" y="788721"/>
                </a:cubicBezTo>
                <a:cubicBezTo>
                  <a:pt x="11122703" y="792192"/>
                  <a:pt x="11150009" y="775410"/>
                  <a:pt x="11068220" y="786994"/>
                </a:cubicBezTo>
                <a:cubicBezTo>
                  <a:pt x="11046931" y="759861"/>
                  <a:pt x="10919185" y="793102"/>
                  <a:pt x="10893266" y="794013"/>
                </a:cubicBezTo>
                <a:cubicBezTo>
                  <a:pt x="10874184" y="776189"/>
                  <a:pt x="10862860" y="788743"/>
                  <a:pt x="10844025" y="789857"/>
                </a:cubicBezTo>
                <a:cubicBezTo>
                  <a:pt x="10836453" y="779294"/>
                  <a:pt x="10820690" y="778184"/>
                  <a:pt x="10814353" y="789010"/>
                </a:cubicBezTo>
                <a:cubicBezTo>
                  <a:pt x="10819669" y="816016"/>
                  <a:pt x="10754019" y="789067"/>
                  <a:pt x="10748393" y="806738"/>
                </a:cubicBezTo>
                <a:cubicBezTo>
                  <a:pt x="10687156" y="807873"/>
                  <a:pt x="10550299" y="781800"/>
                  <a:pt x="10468256" y="778733"/>
                </a:cubicBezTo>
                <a:cubicBezTo>
                  <a:pt x="10436666" y="770025"/>
                  <a:pt x="10371995" y="797252"/>
                  <a:pt x="10256131" y="788332"/>
                </a:cubicBezTo>
                <a:cubicBezTo>
                  <a:pt x="10240995" y="781626"/>
                  <a:pt x="10182664" y="765742"/>
                  <a:pt x="10177442" y="777371"/>
                </a:cubicBezTo>
                <a:cubicBezTo>
                  <a:pt x="10141447" y="775683"/>
                  <a:pt x="10030323" y="810071"/>
                  <a:pt x="10006086" y="792651"/>
                </a:cubicBezTo>
                <a:cubicBezTo>
                  <a:pt x="10009448" y="818833"/>
                  <a:pt x="9960389" y="791426"/>
                  <a:pt x="9952382" y="815411"/>
                </a:cubicBezTo>
                <a:lnTo>
                  <a:pt x="9926457" y="827295"/>
                </a:lnTo>
                <a:lnTo>
                  <a:pt x="9843405" y="867046"/>
                </a:lnTo>
                <a:lnTo>
                  <a:pt x="9830866" y="875047"/>
                </a:lnTo>
                <a:lnTo>
                  <a:pt x="9801807" y="872272"/>
                </a:lnTo>
                <a:lnTo>
                  <a:pt x="9785653" y="861743"/>
                </a:lnTo>
                <a:lnTo>
                  <a:pt x="9781177" y="864820"/>
                </a:lnTo>
                <a:cubicBezTo>
                  <a:pt x="9776153" y="871003"/>
                  <a:pt x="9773556" y="874842"/>
                  <a:pt x="9768640" y="869379"/>
                </a:cubicBezTo>
                <a:lnTo>
                  <a:pt x="9712211" y="900283"/>
                </a:lnTo>
                <a:cubicBezTo>
                  <a:pt x="9706243" y="902750"/>
                  <a:pt x="9698952" y="902954"/>
                  <a:pt x="9689465" y="899268"/>
                </a:cubicBezTo>
                <a:cubicBezTo>
                  <a:pt x="9670819" y="902906"/>
                  <a:pt x="9618108" y="917739"/>
                  <a:pt x="9600339" y="922112"/>
                </a:cubicBezTo>
                <a:lnTo>
                  <a:pt x="9582850" y="925510"/>
                </a:lnTo>
                <a:cubicBezTo>
                  <a:pt x="9574400" y="928631"/>
                  <a:pt x="9556868" y="938130"/>
                  <a:pt x="9549638" y="940845"/>
                </a:cubicBezTo>
                <a:cubicBezTo>
                  <a:pt x="9543792" y="942327"/>
                  <a:pt x="9546812" y="939351"/>
                  <a:pt x="9539471" y="941799"/>
                </a:cubicBezTo>
                <a:cubicBezTo>
                  <a:pt x="9538994" y="947702"/>
                  <a:pt x="9536009" y="953248"/>
                  <a:pt x="9505592" y="955533"/>
                </a:cubicBezTo>
                <a:cubicBezTo>
                  <a:pt x="9486013" y="968563"/>
                  <a:pt x="9460860" y="978842"/>
                  <a:pt x="9432569" y="985377"/>
                </a:cubicBezTo>
                <a:cubicBezTo>
                  <a:pt x="9426990" y="980335"/>
                  <a:pt x="9418918" y="990185"/>
                  <a:pt x="9414216" y="992655"/>
                </a:cubicBezTo>
                <a:cubicBezTo>
                  <a:pt x="9412644" y="989014"/>
                  <a:pt x="9400057" y="989255"/>
                  <a:pt x="9397106" y="992980"/>
                </a:cubicBezTo>
                <a:cubicBezTo>
                  <a:pt x="9314093" y="1020862"/>
                  <a:pt x="9349678" y="978420"/>
                  <a:pt x="9305108" y="1007767"/>
                </a:cubicBezTo>
                <a:cubicBezTo>
                  <a:pt x="9296670" y="1010324"/>
                  <a:pt x="9289251" y="1009612"/>
                  <a:pt x="9282434" y="1007523"/>
                </a:cubicBezTo>
                <a:lnTo>
                  <a:pt x="9271941" y="1002839"/>
                </a:lnTo>
                <a:lnTo>
                  <a:pt x="9238227" y="1017668"/>
                </a:lnTo>
                <a:cubicBezTo>
                  <a:pt x="9221294" y="1023415"/>
                  <a:pt x="9203166" y="1027997"/>
                  <a:pt x="9184265" y="1031275"/>
                </a:cubicBezTo>
                <a:cubicBezTo>
                  <a:pt x="9178371" y="1024135"/>
                  <a:pt x="9165618" y="1036637"/>
                  <a:pt x="9159000" y="1039569"/>
                </a:cubicBezTo>
                <a:cubicBezTo>
                  <a:pt x="9157881" y="1034602"/>
                  <a:pt x="9141725" y="1033964"/>
                  <a:pt x="9137031" y="1038699"/>
                </a:cubicBezTo>
                <a:cubicBezTo>
                  <a:pt x="9023973" y="1069523"/>
                  <a:pt x="9079946" y="1015706"/>
                  <a:pt x="9015702" y="1051400"/>
                </a:cubicBezTo>
                <a:lnTo>
                  <a:pt x="8971403" y="1040542"/>
                </a:lnTo>
                <a:lnTo>
                  <a:pt x="8961826" y="1045364"/>
                </a:lnTo>
                <a:cubicBezTo>
                  <a:pt x="8922837" y="1050010"/>
                  <a:pt x="8909116" y="1040754"/>
                  <a:pt x="8888623" y="1053908"/>
                </a:cubicBezTo>
                <a:cubicBezTo>
                  <a:pt x="8850424" y="1035587"/>
                  <a:pt x="8865892" y="1054194"/>
                  <a:pt x="8841066" y="1060421"/>
                </a:cubicBezTo>
                <a:cubicBezTo>
                  <a:pt x="8818353" y="1064878"/>
                  <a:pt x="8775995" y="1076068"/>
                  <a:pt x="8752342" y="1080646"/>
                </a:cubicBezTo>
                <a:cubicBezTo>
                  <a:pt x="8736966" y="1099406"/>
                  <a:pt x="8723186" y="1079948"/>
                  <a:pt x="8699139" y="1087885"/>
                </a:cubicBezTo>
                <a:cubicBezTo>
                  <a:pt x="8688630" y="1095506"/>
                  <a:pt x="8680324" y="1097539"/>
                  <a:pt x="8667273" y="1092062"/>
                </a:cubicBezTo>
                <a:cubicBezTo>
                  <a:pt x="8619205" y="1128818"/>
                  <a:pt x="8634590" y="1097116"/>
                  <a:pt x="8586064" y="1114603"/>
                </a:cubicBezTo>
                <a:cubicBezTo>
                  <a:pt x="8544721" y="1131913"/>
                  <a:pt x="8496602" y="1145520"/>
                  <a:pt x="8460312" y="1179878"/>
                </a:cubicBezTo>
                <a:cubicBezTo>
                  <a:pt x="8454266" y="1189140"/>
                  <a:pt x="8435781" y="1194455"/>
                  <a:pt x="8419023" y="1191748"/>
                </a:cubicBezTo>
                <a:cubicBezTo>
                  <a:pt x="8416138" y="1191283"/>
                  <a:pt x="8413416" y="1190591"/>
                  <a:pt x="8410939" y="1189696"/>
                </a:cubicBezTo>
                <a:cubicBezTo>
                  <a:pt x="8390077" y="1213458"/>
                  <a:pt x="8370324" y="1205397"/>
                  <a:pt x="8362040" y="1220820"/>
                </a:cubicBezTo>
                <a:cubicBezTo>
                  <a:pt x="8320616" y="1231942"/>
                  <a:pt x="8281663" y="1222882"/>
                  <a:pt x="8273677" y="1236495"/>
                </a:cubicBezTo>
                <a:cubicBezTo>
                  <a:pt x="8251358" y="1238573"/>
                  <a:pt x="8216738" y="1228341"/>
                  <a:pt x="8204283" y="1243537"/>
                </a:cubicBezTo>
                <a:cubicBezTo>
                  <a:pt x="8198634" y="1233135"/>
                  <a:pt x="8181550" y="1254947"/>
                  <a:pt x="8166550" y="1249551"/>
                </a:cubicBezTo>
                <a:cubicBezTo>
                  <a:pt x="8155570" y="1244572"/>
                  <a:pt x="8147825" y="1250027"/>
                  <a:pt x="8137785" y="1251636"/>
                </a:cubicBezTo>
                <a:cubicBezTo>
                  <a:pt x="8123427" y="1248361"/>
                  <a:pt x="8081662" y="1261833"/>
                  <a:pt x="8071596" y="1269274"/>
                </a:cubicBezTo>
                <a:cubicBezTo>
                  <a:pt x="8048949" y="1293759"/>
                  <a:pt x="7983924" y="1284712"/>
                  <a:pt x="7964816" y="1303668"/>
                </a:cubicBezTo>
                <a:cubicBezTo>
                  <a:pt x="7957137" y="1306992"/>
                  <a:pt x="7949335" y="1308861"/>
                  <a:pt x="7941495" y="1309821"/>
                </a:cubicBezTo>
                <a:lnTo>
                  <a:pt x="7919123" y="1310466"/>
                </a:lnTo>
                <a:lnTo>
                  <a:pt x="7911902" y="1306569"/>
                </a:lnTo>
                <a:lnTo>
                  <a:pt x="7898703" y="1309208"/>
                </a:lnTo>
                <a:lnTo>
                  <a:pt x="7894703" y="1308939"/>
                </a:lnTo>
                <a:lnTo>
                  <a:pt x="7872267" y="1308370"/>
                </a:lnTo>
                <a:cubicBezTo>
                  <a:pt x="7886550" y="1330359"/>
                  <a:pt x="7812648" y="1314851"/>
                  <a:pt x="7836454" y="1331265"/>
                </a:cubicBezTo>
                <a:cubicBezTo>
                  <a:pt x="7798907" y="1336933"/>
                  <a:pt x="7831419" y="1351068"/>
                  <a:pt x="7782451" y="1339601"/>
                </a:cubicBezTo>
                <a:cubicBezTo>
                  <a:pt x="7727636" y="1365002"/>
                  <a:pt x="7583002" y="1338768"/>
                  <a:pt x="7542969" y="1372495"/>
                </a:cubicBezTo>
                <a:cubicBezTo>
                  <a:pt x="7546396" y="1360942"/>
                  <a:pt x="7492851" y="1424323"/>
                  <a:pt x="7476832" y="1431655"/>
                </a:cubicBezTo>
                <a:cubicBezTo>
                  <a:pt x="7439619" y="1443703"/>
                  <a:pt x="7425596" y="1454661"/>
                  <a:pt x="7370237" y="1474339"/>
                </a:cubicBezTo>
                <a:cubicBezTo>
                  <a:pt x="7316246" y="1485928"/>
                  <a:pt x="7281903" y="1512712"/>
                  <a:pt x="7222223" y="1510199"/>
                </a:cubicBezTo>
                <a:cubicBezTo>
                  <a:pt x="7221190" y="1514030"/>
                  <a:pt x="7218885" y="1517398"/>
                  <a:pt x="7215703" y="1520424"/>
                </a:cubicBezTo>
                <a:lnTo>
                  <a:pt x="7204548" y="1528145"/>
                </a:lnTo>
                <a:lnTo>
                  <a:pt x="7202038" y="1527954"/>
                </a:lnTo>
                <a:lnTo>
                  <a:pt x="7173860" y="1541605"/>
                </a:lnTo>
                <a:lnTo>
                  <a:pt x="7155079" y="1552495"/>
                </a:lnTo>
                <a:lnTo>
                  <a:pt x="7149757" y="1552732"/>
                </a:lnTo>
                <a:cubicBezTo>
                  <a:pt x="7141378" y="1554948"/>
                  <a:pt x="7115959" y="1563256"/>
                  <a:pt x="7104804" y="1565792"/>
                </a:cubicBezTo>
                <a:cubicBezTo>
                  <a:pt x="7099811" y="1550850"/>
                  <a:pt x="7096935" y="1561973"/>
                  <a:pt x="7082824" y="1567947"/>
                </a:cubicBezTo>
                <a:cubicBezTo>
                  <a:pt x="7071919" y="1546070"/>
                  <a:pt x="7039417" y="1570606"/>
                  <a:pt x="7021520" y="1562334"/>
                </a:cubicBezTo>
                <a:cubicBezTo>
                  <a:pt x="7011400" y="1567217"/>
                  <a:pt x="7000495" y="1571981"/>
                  <a:pt x="6988956" y="1576442"/>
                </a:cubicBezTo>
                <a:lnTo>
                  <a:pt x="6981922" y="1578821"/>
                </a:lnTo>
                <a:lnTo>
                  <a:pt x="6981583" y="1578678"/>
                </a:lnTo>
                <a:cubicBezTo>
                  <a:pt x="6979627" y="1578791"/>
                  <a:pt x="6977153" y="1579421"/>
                  <a:pt x="6973762" y="1580811"/>
                </a:cubicBezTo>
                <a:lnTo>
                  <a:pt x="6969093" y="1583157"/>
                </a:lnTo>
                <a:lnTo>
                  <a:pt x="6890037" y="1575825"/>
                </a:lnTo>
                <a:cubicBezTo>
                  <a:pt x="6849459" y="1579997"/>
                  <a:pt x="6820022" y="1566922"/>
                  <a:pt x="6785054" y="1582200"/>
                </a:cubicBezTo>
                <a:cubicBezTo>
                  <a:pt x="6747047" y="1586037"/>
                  <a:pt x="6712794" y="1582954"/>
                  <a:pt x="6681692" y="1591296"/>
                </a:cubicBezTo>
                <a:cubicBezTo>
                  <a:pt x="6667557" y="1587501"/>
                  <a:pt x="6654822" y="1586753"/>
                  <a:pt x="6644556" y="1595940"/>
                </a:cubicBezTo>
                <a:cubicBezTo>
                  <a:pt x="6608615" y="1597269"/>
                  <a:pt x="6597697" y="1587005"/>
                  <a:pt x="6577106" y="1598261"/>
                </a:cubicBezTo>
                <a:lnTo>
                  <a:pt x="6544183" y="1596149"/>
                </a:lnTo>
                <a:lnTo>
                  <a:pt x="6540921" y="1593857"/>
                </a:lnTo>
                <a:lnTo>
                  <a:pt x="6535046" y="1593283"/>
                </a:lnTo>
                <a:lnTo>
                  <a:pt x="6519853" y="1595771"/>
                </a:lnTo>
                <a:lnTo>
                  <a:pt x="6514280" y="1597376"/>
                </a:lnTo>
                <a:cubicBezTo>
                  <a:pt x="6510385" y="1598232"/>
                  <a:pt x="6507735" y="1598481"/>
                  <a:pt x="6505824" y="1598298"/>
                </a:cubicBezTo>
                <a:lnTo>
                  <a:pt x="6505573" y="1598109"/>
                </a:lnTo>
                <a:lnTo>
                  <a:pt x="6497741" y="1599392"/>
                </a:lnTo>
                <a:cubicBezTo>
                  <a:pt x="6484628" y="1602044"/>
                  <a:pt x="6471968" y="1605085"/>
                  <a:pt x="6459992" y="1608358"/>
                </a:cubicBezTo>
                <a:cubicBezTo>
                  <a:pt x="6447037" y="1597612"/>
                  <a:pt x="6404274" y="1616787"/>
                  <a:pt x="6404572" y="1593771"/>
                </a:cubicBezTo>
                <a:cubicBezTo>
                  <a:pt x="6388277" y="1597519"/>
                  <a:pt x="6380141" y="1607970"/>
                  <a:pt x="6382671" y="1592612"/>
                </a:cubicBezTo>
                <a:lnTo>
                  <a:pt x="6369843" y="1590015"/>
                </a:lnTo>
                <a:lnTo>
                  <a:pt x="6269740" y="1614633"/>
                </a:lnTo>
                <a:lnTo>
                  <a:pt x="6255405" y="1620529"/>
                </a:lnTo>
                <a:cubicBezTo>
                  <a:pt x="6250911" y="1623016"/>
                  <a:pt x="6247090" y="1625968"/>
                  <a:pt x="6244248" y="1629561"/>
                </a:cubicBezTo>
                <a:cubicBezTo>
                  <a:pt x="6188859" y="1618246"/>
                  <a:pt x="6143250" y="1639346"/>
                  <a:pt x="6086396" y="1642666"/>
                </a:cubicBezTo>
                <a:cubicBezTo>
                  <a:pt x="6024311" y="1653696"/>
                  <a:pt x="5889522" y="1686499"/>
                  <a:pt x="5867429" y="1695554"/>
                </a:cubicBezTo>
                <a:cubicBezTo>
                  <a:pt x="5848669" y="1700350"/>
                  <a:pt x="5763994" y="1699795"/>
                  <a:pt x="5772864" y="1689002"/>
                </a:cubicBezTo>
                <a:cubicBezTo>
                  <a:pt x="5718480" y="1716048"/>
                  <a:pt x="5694188" y="1696562"/>
                  <a:pt x="5629833" y="1713273"/>
                </a:cubicBezTo>
                <a:lnTo>
                  <a:pt x="5504771" y="1725744"/>
                </a:lnTo>
                <a:lnTo>
                  <a:pt x="5490967" y="1726367"/>
                </a:lnTo>
                <a:lnTo>
                  <a:pt x="5486015" y="1721481"/>
                </a:lnTo>
                <a:lnTo>
                  <a:pt x="5439364" y="1721349"/>
                </a:lnTo>
                <a:cubicBezTo>
                  <a:pt x="5418850" y="1733129"/>
                  <a:pt x="5381503" y="1725668"/>
                  <a:pt x="5350025" y="1729885"/>
                </a:cubicBezTo>
                <a:lnTo>
                  <a:pt x="5336104" y="1734377"/>
                </a:lnTo>
                <a:lnTo>
                  <a:pt x="5245234" y="1738520"/>
                </a:lnTo>
                <a:lnTo>
                  <a:pt x="5182955" y="1744622"/>
                </a:lnTo>
                <a:lnTo>
                  <a:pt x="5169506" y="1748993"/>
                </a:lnTo>
                <a:lnTo>
                  <a:pt x="5154299" y="1744080"/>
                </a:lnTo>
                <a:cubicBezTo>
                  <a:pt x="5152463" y="1742751"/>
                  <a:pt x="5150989" y="1741283"/>
                  <a:pt x="5149917" y="1739727"/>
                </a:cubicBezTo>
                <a:lnTo>
                  <a:pt x="5100319" y="1745797"/>
                </a:lnTo>
                <a:lnTo>
                  <a:pt x="5094361" y="1745767"/>
                </a:lnTo>
                <a:lnTo>
                  <a:pt x="5053410" y="1742790"/>
                </a:lnTo>
                <a:lnTo>
                  <a:pt x="4992711" y="1734075"/>
                </a:lnTo>
                <a:cubicBezTo>
                  <a:pt x="4972764" y="1728527"/>
                  <a:pt x="4955480" y="1708667"/>
                  <a:pt x="4930098" y="1717312"/>
                </a:cubicBezTo>
                <a:cubicBezTo>
                  <a:pt x="4936142" y="1706767"/>
                  <a:pt x="4900350" y="1719438"/>
                  <a:pt x="4893834" y="1710028"/>
                </a:cubicBezTo>
                <a:cubicBezTo>
                  <a:pt x="4890113" y="1702277"/>
                  <a:pt x="4878389" y="1704314"/>
                  <a:pt x="4868730" y="1702384"/>
                </a:cubicBezTo>
                <a:cubicBezTo>
                  <a:pt x="4860577" y="1694955"/>
                  <a:pt x="4813519" y="1692594"/>
                  <a:pt x="4797925" y="1695535"/>
                </a:cubicBezTo>
                <a:cubicBezTo>
                  <a:pt x="4754973" y="1708626"/>
                  <a:pt x="4712186" y="1679830"/>
                  <a:pt x="4677670" y="1689453"/>
                </a:cubicBezTo>
                <a:cubicBezTo>
                  <a:pt x="4650390" y="1686902"/>
                  <a:pt x="4641786" y="1682702"/>
                  <a:pt x="4634248" y="1680227"/>
                </a:cubicBezTo>
                <a:lnTo>
                  <a:pt x="4632434" y="1674607"/>
                </a:lnTo>
                <a:lnTo>
                  <a:pt x="4619204" y="1672507"/>
                </a:lnTo>
                <a:lnTo>
                  <a:pt x="4616283" y="1670977"/>
                </a:lnTo>
                <a:cubicBezTo>
                  <a:pt x="4610716" y="1668036"/>
                  <a:pt x="4605090" y="1665277"/>
                  <a:pt x="4598926" y="1663178"/>
                </a:cubicBezTo>
                <a:cubicBezTo>
                  <a:pt x="4588025" y="1686237"/>
                  <a:pt x="4544698" y="1649138"/>
                  <a:pt x="4547069" y="1670642"/>
                </a:cubicBezTo>
                <a:lnTo>
                  <a:pt x="4523516" y="1669785"/>
                </a:lnTo>
                <a:lnTo>
                  <a:pt x="4500586" y="1675912"/>
                </a:lnTo>
                <a:lnTo>
                  <a:pt x="4488196" y="1683463"/>
                </a:lnTo>
                <a:lnTo>
                  <a:pt x="4445463" y="1695634"/>
                </a:lnTo>
                <a:lnTo>
                  <a:pt x="4446550" y="1680538"/>
                </a:lnTo>
                <a:lnTo>
                  <a:pt x="4365375" y="1697935"/>
                </a:lnTo>
                <a:lnTo>
                  <a:pt x="4305123" y="1714185"/>
                </a:lnTo>
                <a:lnTo>
                  <a:pt x="4292665" y="1720703"/>
                </a:lnTo>
                <a:lnTo>
                  <a:pt x="4276789" y="1718367"/>
                </a:lnTo>
                <a:cubicBezTo>
                  <a:pt x="4274740" y="1717359"/>
                  <a:pt x="4273021" y="1716157"/>
                  <a:pt x="4271683" y="1714801"/>
                </a:cubicBezTo>
                <a:lnTo>
                  <a:pt x="4223918" y="1728936"/>
                </a:lnTo>
                <a:lnTo>
                  <a:pt x="4218039" y="1729885"/>
                </a:lnTo>
                <a:lnTo>
                  <a:pt x="4177153" y="1733691"/>
                </a:lnTo>
                <a:lnTo>
                  <a:pt x="4051032" y="1728886"/>
                </a:lnTo>
                <a:cubicBezTo>
                  <a:pt x="4055072" y="1717510"/>
                  <a:pt x="4022108" y="1735873"/>
                  <a:pt x="4013978" y="1727679"/>
                </a:cubicBezTo>
                <a:cubicBezTo>
                  <a:pt x="4008905" y="1720660"/>
                  <a:pt x="3997723" y="1724594"/>
                  <a:pt x="3987857" y="1724282"/>
                </a:cubicBezTo>
                <a:cubicBezTo>
                  <a:pt x="3978476" y="1718309"/>
                  <a:pt x="3931683" y="1723723"/>
                  <a:pt x="3916852" y="1729184"/>
                </a:cubicBezTo>
                <a:cubicBezTo>
                  <a:pt x="3876910" y="1749138"/>
                  <a:pt x="3829523" y="1727824"/>
                  <a:pt x="3797263" y="1742976"/>
                </a:cubicBezTo>
                <a:cubicBezTo>
                  <a:pt x="3769922" y="1744951"/>
                  <a:pt x="3760682" y="1742230"/>
                  <a:pt x="3752806" y="1741033"/>
                </a:cubicBezTo>
                <a:lnTo>
                  <a:pt x="3749997" y="1735799"/>
                </a:lnTo>
                <a:lnTo>
                  <a:pt x="3736582" y="1735907"/>
                </a:lnTo>
                <a:lnTo>
                  <a:pt x="3733428" y="1734881"/>
                </a:lnTo>
                <a:cubicBezTo>
                  <a:pt x="3727408" y="1732899"/>
                  <a:pt x="3721365" y="1731108"/>
                  <a:pt x="3714911" y="1730056"/>
                </a:cubicBezTo>
                <a:cubicBezTo>
                  <a:pt x="3708355" y="1754554"/>
                  <a:pt x="3658933" y="1725152"/>
                  <a:pt x="3665172" y="1745936"/>
                </a:cubicBezTo>
                <a:cubicBezTo>
                  <a:pt x="3628569" y="1744420"/>
                  <a:pt x="3583742" y="1775884"/>
                  <a:pt x="3552006" y="1755220"/>
                </a:cubicBezTo>
                <a:cubicBezTo>
                  <a:pt x="3497522" y="1758390"/>
                  <a:pt x="3448310" y="1757433"/>
                  <a:pt x="3390301" y="1762546"/>
                </a:cubicBezTo>
                <a:cubicBezTo>
                  <a:pt x="3345266" y="1774524"/>
                  <a:pt x="3297039" y="1758531"/>
                  <a:pt x="3264312" y="1774620"/>
                </a:cubicBezTo>
                <a:cubicBezTo>
                  <a:pt x="3212634" y="1771139"/>
                  <a:pt x="3147905" y="1780248"/>
                  <a:pt x="3106901" y="1804264"/>
                </a:cubicBezTo>
                <a:cubicBezTo>
                  <a:pt x="3051355" y="1805490"/>
                  <a:pt x="3041708" y="1820368"/>
                  <a:pt x="2993303" y="1806542"/>
                </a:cubicBezTo>
                <a:cubicBezTo>
                  <a:pt x="2989182" y="1810139"/>
                  <a:pt x="2984377" y="1813039"/>
                  <a:pt x="2979115" y="1815432"/>
                </a:cubicBezTo>
                <a:lnTo>
                  <a:pt x="2963118" y="1820962"/>
                </a:lnTo>
                <a:lnTo>
                  <a:pt x="2961156" y="1820297"/>
                </a:lnTo>
                <a:lnTo>
                  <a:pt x="2925719" y="1828468"/>
                </a:lnTo>
                <a:lnTo>
                  <a:pt x="2857951" y="1842496"/>
                </a:lnTo>
                <a:lnTo>
                  <a:pt x="2857427" y="1841591"/>
                </a:lnTo>
                <a:cubicBezTo>
                  <a:pt x="2855386" y="1839734"/>
                  <a:pt x="2852250" y="1838690"/>
                  <a:pt x="2846731" y="1839316"/>
                </a:cubicBezTo>
                <a:cubicBezTo>
                  <a:pt x="2855175" y="1823564"/>
                  <a:pt x="2843311" y="1834035"/>
                  <a:pt x="2826290" y="1837274"/>
                </a:cubicBezTo>
                <a:cubicBezTo>
                  <a:pt x="2835609" y="1813530"/>
                  <a:pt x="2787284" y="1831665"/>
                  <a:pt x="2779146" y="1820071"/>
                </a:cubicBezTo>
                <a:cubicBezTo>
                  <a:pt x="2766432" y="1822985"/>
                  <a:pt x="2753158" y="1825635"/>
                  <a:pt x="2739608" y="1827861"/>
                </a:cubicBezTo>
                <a:lnTo>
                  <a:pt x="2731631" y="1828881"/>
                </a:lnTo>
                <a:cubicBezTo>
                  <a:pt x="2731575" y="1828813"/>
                  <a:pt x="2731521" y="1828744"/>
                  <a:pt x="2731464" y="1828677"/>
                </a:cubicBezTo>
                <a:cubicBezTo>
                  <a:pt x="2729715" y="1828415"/>
                  <a:pt x="2727085" y="1828569"/>
                  <a:pt x="2723037" y="1829303"/>
                </a:cubicBezTo>
                <a:lnTo>
                  <a:pt x="2701616" y="1832725"/>
                </a:lnTo>
                <a:lnTo>
                  <a:pt x="2696239" y="1831904"/>
                </a:lnTo>
                <a:lnTo>
                  <a:pt x="2663445" y="1825958"/>
                </a:lnTo>
                <a:cubicBezTo>
                  <a:pt x="2641260" y="1825904"/>
                  <a:pt x="2595040" y="1827674"/>
                  <a:pt x="2560925" y="1829094"/>
                </a:cubicBezTo>
                <a:cubicBezTo>
                  <a:pt x="2527977" y="1836499"/>
                  <a:pt x="2496507" y="1831991"/>
                  <a:pt x="2458739" y="1834479"/>
                </a:cubicBezTo>
                <a:cubicBezTo>
                  <a:pt x="2419379" y="1848893"/>
                  <a:pt x="2396428" y="1834257"/>
                  <a:pt x="2356074" y="1836991"/>
                </a:cubicBezTo>
                <a:cubicBezTo>
                  <a:pt x="2323435" y="1857644"/>
                  <a:pt x="2325610" y="1826053"/>
                  <a:pt x="2304241" y="1822021"/>
                </a:cubicBezTo>
                <a:lnTo>
                  <a:pt x="2298362" y="1822125"/>
                </a:lnTo>
                <a:lnTo>
                  <a:pt x="2283527" y="1826361"/>
                </a:lnTo>
                <a:lnTo>
                  <a:pt x="2278150" y="1828604"/>
                </a:lnTo>
                <a:cubicBezTo>
                  <a:pt x="2274371" y="1829907"/>
                  <a:pt x="2271762" y="1830461"/>
                  <a:pt x="2269853" y="1830502"/>
                </a:cubicBezTo>
                <a:lnTo>
                  <a:pt x="2269585" y="1830341"/>
                </a:lnTo>
                <a:lnTo>
                  <a:pt x="2225332" y="1845825"/>
                </a:lnTo>
                <a:cubicBezTo>
                  <a:pt x="2211505" y="1836594"/>
                  <a:pt x="2170867" y="1860661"/>
                  <a:pt x="2169048" y="1837658"/>
                </a:cubicBezTo>
                <a:cubicBezTo>
                  <a:pt x="2153238" y="1843278"/>
                  <a:pt x="2146132" y="1854645"/>
                  <a:pt x="2147231" y="1839027"/>
                </a:cubicBezTo>
                <a:cubicBezTo>
                  <a:pt x="2141901" y="1840465"/>
                  <a:pt x="2138205" y="1840014"/>
                  <a:pt x="2135241" y="1838652"/>
                </a:cubicBezTo>
                <a:lnTo>
                  <a:pt x="2099215" y="1850768"/>
                </a:lnTo>
                <a:lnTo>
                  <a:pt x="2094046" y="1850806"/>
                </a:lnTo>
                <a:lnTo>
                  <a:pt x="2071850" y="1861319"/>
                </a:lnTo>
                <a:lnTo>
                  <a:pt x="2039607" y="1874318"/>
                </a:lnTo>
                <a:lnTo>
                  <a:pt x="2037289" y="1874025"/>
                </a:lnTo>
                <a:lnTo>
                  <a:pt x="2023615" y="1881562"/>
                </a:lnTo>
                <a:cubicBezTo>
                  <a:pt x="2019390" y="1884562"/>
                  <a:pt x="1959668" y="1894795"/>
                  <a:pt x="1957176" y="1898709"/>
                </a:cubicBezTo>
                <a:cubicBezTo>
                  <a:pt x="1901224" y="1893805"/>
                  <a:pt x="1914145" y="1913274"/>
                  <a:pt x="1858081" y="1923144"/>
                </a:cubicBezTo>
                <a:cubicBezTo>
                  <a:pt x="1819487" y="1923227"/>
                  <a:pt x="1798952" y="1929741"/>
                  <a:pt x="1738865" y="1944965"/>
                </a:cubicBezTo>
                <a:cubicBezTo>
                  <a:pt x="1698633" y="1955957"/>
                  <a:pt x="1670491" y="1978862"/>
                  <a:pt x="1616692" y="1989107"/>
                </a:cubicBezTo>
                <a:cubicBezTo>
                  <a:pt x="1565257" y="2022368"/>
                  <a:pt x="1474172" y="2022156"/>
                  <a:pt x="1411898" y="2046254"/>
                </a:cubicBezTo>
                <a:cubicBezTo>
                  <a:pt x="1380237" y="2035952"/>
                  <a:pt x="1386648" y="2042292"/>
                  <a:pt x="1375780" y="2047961"/>
                </a:cubicBezTo>
                <a:cubicBezTo>
                  <a:pt x="1375756" y="2047968"/>
                  <a:pt x="1375731" y="2047974"/>
                  <a:pt x="1375707" y="2047981"/>
                </a:cubicBezTo>
                <a:lnTo>
                  <a:pt x="1285585" y="2047113"/>
                </a:lnTo>
                <a:cubicBezTo>
                  <a:pt x="1279541" y="2043453"/>
                  <a:pt x="1272537" y="2040974"/>
                  <a:pt x="1263658" y="2041397"/>
                </a:cubicBezTo>
                <a:cubicBezTo>
                  <a:pt x="1212454" y="2058890"/>
                  <a:pt x="1258499" y="2026611"/>
                  <a:pt x="1170403" y="2033399"/>
                </a:cubicBezTo>
                <a:cubicBezTo>
                  <a:pt x="1166530" y="2036274"/>
                  <a:pt x="1154254" y="2033463"/>
                  <a:pt x="1153718" y="2029576"/>
                </a:cubicBezTo>
                <a:cubicBezTo>
                  <a:pt x="1148486" y="2030819"/>
                  <a:pt x="1137980" y="2038354"/>
                  <a:pt x="1133937" y="2032149"/>
                </a:cubicBezTo>
                <a:cubicBezTo>
                  <a:pt x="1104720" y="2031606"/>
                  <a:pt x="1077532" y="2035424"/>
                  <a:pt x="1054999" y="2043242"/>
                </a:cubicBezTo>
                <a:cubicBezTo>
                  <a:pt x="1024875" y="2038090"/>
                  <a:pt x="1020473" y="2042711"/>
                  <a:pt x="1018405" y="2048281"/>
                </a:cubicBezTo>
                <a:lnTo>
                  <a:pt x="1016563" y="2051718"/>
                </a:lnTo>
                <a:lnTo>
                  <a:pt x="1008284" y="2046742"/>
                </a:lnTo>
                <a:cubicBezTo>
                  <a:pt x="999244" y="2043620"/>
                  <a:pt x="990505" y="2044937"/>
                  <a:pt x="981974" y="2048363"/>
                </a:cubicBezTo>
                <a:lnTo>
                  <a:pt x="971903" y="2053484"/>
                </a:lnTo>
                <a:lnTo>
                  <a:pt x="954015" y="2052529"/>
                </a:lnTo>
                <a:cubicBezTo>
                  <a:pt x="931960" y="2051365"/>
                  <a:pt x="861352" y="2046214"/>
                  <a:pt x="839571" y="2046509"/>
                </a:cubicBezTo>
                <a:lnTo>
                  <a:pt x="823321" y="2054296"/>
                </a:lnTo>
                <a:lnTo>
                  <a:pt x="800990" y="2051523"/>
                </a:lnTo>
                <a:cubicBezTo>
                  <a:pt x="790723" y="2052171"/>
                  <a:pt x="782268" y="2055403"/>
                  <a:pt x="776439" y="2062634"/>
                </a:cubicBezTo>
                <a:cubicBezTo>
                  <a:pt x="773155" y="2056184"/>
                  <a:pt x="769593" y="2059253"/>
                  <a:pt x="763041" y="2063995"/>
                </a:cubicBezTo>
                <a:lnTo>
                  <a:pt x="757863" y="2065877"/>
                </a:lnTo>
                <a:lnTo>
                  <a:pt x="745053" y="2051831"/>
                </a:lnTo>
                <a:lnTo>
                  <a:pt x="722609" y="2049504"/>
                </a:lnTo>
                <a:lnTo>
                  <a:pt x="717618" y="2042131"/>
                </a:lnTo>
                <a:lnTo>
                  <a:pt x="703285" y="2046808"/>
                </a:lnTo>
                <a:cubicBezTo>
                  <a:pt x="698219" y="2048137"/>
                  <a:pt x="690058" y="2049926"/>
                  <a:pt x="680199" y="2051947"/>
                </a:cubicBezTo>
                <a:lnTo>
                  <a:pt x="667351" y="2054469"/>
                </a:lnTo>
                <a:lnTo>
                  <a:pt x="660961" y="2049404"/>
                </a:lnTo>
                <a:lnTo>
                  <a:pt x="638282" y="2060093"/>
                </a:lnTo>
                <a:lnTo>
                  <a:pt x="583551" y="2070197"/>
                </a:lnTo>
                <a:cubicBezTo>
                  <a:pt x="569268" y="2091365"/>
                  <a:pt x="529124" y="2053106"/>
                  <a:pt x="525274" y="2079137"/>
                </a:cubicBezTo>
                <a:cubicBezTo>
                  <a:pt x="506495" y="2056498"/>
                  <a:pt x="440091" y="2069666"/>
                  <a:pt x="405635" y="2059339"/>
                </a:cubicBezTo>
                <a:cubicBezTo>
                  <a:pt x="397410" y="2069278"/>
                  <a:pt x="294416" y="2032966"/>
                  <a:pt x="281555" y="2022847"/>
                </a:cubicBezTo>
                <a:cubicBezTo>
                  <a:pt x="171589" y="1986245"/>
                  <a:pt x="126791" y="1985528"/>
                  <a:pt x="98513" y="1969504"/>
                </a:cubicBezTo>
                <a:cubicBezTo>
                  <a:pt x="85544" y="1965247"/>
                  <a:pt x="73324" y="1958000"/>
                  <a:pt x="56191" y="1950709"/>
                </a:cubicBezTo>
                <a:lnTo>
                  <a:pt x="0" y="19357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14D5AD4-9F36-F7A2-D973-EF701D964D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7036" y="548640"/>
            <a:ext cx="9543405" cy="1188720"/>
          </a:xfrm>
        </p:spPr>
        <p:txBody>
          <a:bodyPr>
            <a:normAutofit/>
          </a:bodyPr>
          <a:lstStyle/>
          <a:p>
            <a:r>
              <a:rPr lang="en-US" sz="36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SQL Server Performance Monitoring Metrics</a:t>
            </a:r>
            <a:endParaRPr lang="en-US" sz="3600" dirty="0">
              <a:solidFill>
                <a:schemeClr val="tx1">
                  <a:lumMod val="85000"/>
                  <a:lumOff val="15000"/>
                </a:schemeClr>
              </a:solidFill>
              <a:ea typeface="Calibri Light"/>
              <a:cs typeface="Calibri Light"/>
            </a:endParaRP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E00775A7-30DF-6C72-DA61-EE240066B9B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004453" y="1485454"/>
            <a:ext cx="6462214" cy="48239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142DCE2C-2863-46FA-9BE7-24365A24D9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24586" y="5970896"/>
            <a:ext cx="9967416" cy="887104"/>
          </a:xfrm>
          <a:custGeom>
            <a:avLst/>
            <a:gdLst>
              <a:gd name="connsiteX0" fmla="*/ 4686423 w 9517857"/>
              <a:gd name="connsiteY0" fmla="*/ 247919 h 918356"/>
              <a:gd name="connsiteX1" fmla="*/ 4689051 w 9517857"/>
              <a:gd name="connsiteY1" fmla="*/ 250968 h 918356"/>
              <a:gd name="connsiteX2" fmla="*/ 4687244 w 9517857"/>
              <a:gd name="connsiteY2" fmla="*/ 251298 h 918356"/>
              <a:gd name="connsiteX3" fmla="*/ 4685225 w 9517857"/>
              <a:gd name="connsiteY3" fmla="*/ 246530 h 918356"/>
              <a:gd name="connsiteX4" fmla="*/ 4686133 w 9517857"/>
              <a:gd name="connsiteY4" fmla="*/ 246727 h 918356"/>
              <a:gd name="connsiteX5" fmla="*/ 4686423 w 9517857"/>
              <a:gd name="connsiteY5" fmla="*/ 247919 h 918356"/>
              <a:gd name="connsiteX6" fmla="*/ 9517856 w 9517857"/>
              <a:gd name="connsiteY6" fmla="*/ 0 h 918356"/>
              <a:gd name="connsiteX7" fmla="*/ 9517857 w 9517857"/>
              <a:gd name="connsiteY7" fmla="*/ 12 h 918356"/>
              <a:gd name="connsiteX8" fmla="*/ 9517857 w 9517857"/>
              <a:gd name="connsiteY8" fmla="*/ 918356 h 918356"/>
              <a:gd name="connsiteX9" fmla="*/ 14604 w 9517857"/>
              <a:gd name="connsiteY9" fmla="*/ 918356 h 918356"/>
              <a:gd name="connsiteX10" fmla="*/ 12841 w 9517857"/>
              <a:gd name="connsiteY10" fmla="*/ 917763 h 918356"/>
              <a:gd name="connsiteX11" fmla="*/ 93 w 9517857"/>
              <a:gd name="connsiteY11" fmla="*/ 912471 h 918356"/>
              <a:gd name="connsiteX12" fmla="*/ 58674 w 9517857"/>
              <a:gd name="connsiteY12" fmla="*/ 890322 h 918356"/>
              <a:gd name="connsiteX13" fmla="*/ 275005 w 9517857"/>
              <a:gd name="connsiteY13" fmla="*/ 807229 h 918356"/>
              <a:gd name="connsiteX14" fmla="*/ 587824 w 9517857"/>
              <a:gd name="connsiteY14" fmla="*/ 798195 h 918356"/>
              <a:gd name="connsiteX15" fmla="*/ 651826 w 9517857"/>
              <a:gd name="connsiteY15" fmla="*/ 738338 h 918356"/>
              <a:gd name="connsiteX16" fmla="*/ 727985 w 9517857"/>
              <a:gd name="connsiteY16" fmla="*/ 719826 h 918356"/>
              <a:gd name="connsiteX17" fmla="*/ 778982 w 9517857"/>
              <a:gd name="connsiteY17" fmla="*/ 710142 h 918356"/>
              <a:gd name="connsiteX18" fmla="*/ 849944 w 9517857"/>
              <a:gd name="connsiteY18" fmla="*/ 717987 h 918356"/>
              <a:gd name="connsiteX19" fmla="*/ 921659 w 9517857"/>
              <a:gd name="connsiteY19" fmla="*/ 712695 h 918356"/>
              <a:gd name="connsiteX20" fmla="*/ 930946 w 9517857"/>
              <a:gd name="connsiteY20" fmla="*/ 734046 h 918356"/>
              <a:gd name="connsiteX21" fmla="*/ 986250 w 9517857"/>
              <a:gd name="connsiteY21" fmla="*/ 713530 h 918356"/>
              <a:gd name="connsiteX22" fmla="*/ 1013752 w 9517857"/>
              <a:gd name="connsiteY22" fmla="*/ 713361 h 918356"/>
              <a:gd name="connsiteX23" fmla="*/ 1023734 w 9517857"/>
              <a:gd name="connsiteY23" fmla="*/ 718571 h 918356"/>
              <a:gd name="connsiteX24" fmla="*/ 1063207 w 9517857"/>
              <a:gd name="connsiteY24" fmla="*/ 715651 h 918356"/>
              <a:gd name="connsiteX25" fmla="*/ 1081980 w 9517857"/>
              <a:gd name="connsiteY25" fmla="*/ 738455 h 918356"/>
              <a:gd name="connsiteX26" fmla="*/ 1218120 w 9517857"/>
              <a:gd name="connsiteY26" fmla="*/ 713280 h 918356"/>
              <a:gd name="connsiteX27" fmla="*/ 1397459 w 9517857"/>
              <a:gd name="connsiteY27" fmla="*/ 691190 h 918356"/>
              <a:gd name="connsiteX28" fmla="*/ 1580688 w 9517857"/>
              <a:gd name="connsiteY28" fmla="*/ 693697 h 918356"/>
              <a:gd name="connsiteX29" fmla="*/ 1772334 w 9517857"/>
              <a:gd name="connsiteY29" fmla="*/ 710640 h 918356"/>
              <a:gd name="connsiteX30" fmla="*/ 2002561 w 9517857"/>
              <a:gd name="connsiteY30" fmla="*/ 659917 h 918356"/>
              <a:gd name="connsiteX31" fmla="*/ 2135144 w 9517857"/>
              <a:gd name="connsiteY31" fmla="*/ 636501 h 918356"/>
              <a:gd name="connsiteX32" fmla="*/ 2440292 w 9517857"/>
              <a:gd name="connsiteY32" fmla="*/ 593862 h 918356"/>
              <a:gd name="connsiteX33" fmla="*/ 2547829 w 9517857"/>
              <a:gd name="connsiteY33" fmla="*/ 566150 h 918356"/>
              <a:gd name="connsiteX34" fmla="*/ 2658055 w 9517857"/>
              <a:gd name="connsiteY34" fmla="*/ 578727 h 918356"/>
              <a:gd name="connsiteX35" fmla="*/ 2693698 w 9517857"/>
              <a:gd name="connsiteY35" fmla="*/ 560029 h 918356"/>
              <a:gd name="connsiteX36" fmla="*/ 2699673 w 9517857"/>
              <a:gd name="connsiteY36" fmla="*/ 556400 h 918356"/>
              <a:gd name="connsiteX37" fmla="*/ 2727306 w 9517857"/>
              <a:gd name="connsiteY37" fmla="*/ 550698 h 918356"/>
              <a:gd name="connsiteX38" fmla="*/ 2730451 w 9517857"/>
              <a:gd name="connsiteY38" fmla="*/ 538058 h 918356"/>
              <a:gd name="connsiteX39" fmla="*/ 2768713 w 9517857"/>
              <a:gd name="connsiteY39" fmla="*/ 521575 h 918356"/>
              <a:gd name="connsiteX40" fmla="*/ 2820868 w 9517857"/>
              <a:gd name="connsiteY40" fmla="*/ 514160 h 918356"/>
              <a:gd name="connsiteX41" fmla="*/ 3073635 w 9517857"/>
              <a:gd name="connsiteY41" fmla="*/ 491294 h 918356"/>
              <a:gd name="connsiteX42" fmla="*/ 3222071 w 9517857"/>
              <a:gd name="connsiteY42" fmla="*/ 470559 h 918356"/>
              <a:gd name="connsiteX43" fmla="*/ 3274069 w 9517857"/>
              <a:gd name="connsiteY43" fmla="*/ 451605 h 918356"/>
              <a:gd name="connsiteX44" fmla="*/ 3349632 w 9517857"/>
              <a:gd name="connsiteY44" fmla="*/ 432583 h 918356"/>
              <a:gd name="connsiteX45" fmla="*/ 3479593 w 9517857"/>
              <a:gd name="connsiteY45" fmla="*/ 390437 h 918356"/>
              <a:gd name="connsiteX46" fmla="*/ 3660110 w 9517857"/>
              <a:gd name="connsiteY46" fmla="*/ 348726 h 918356"/>
              <a:gd name="connsiteX47" fmla="*/ 3750023 w 9517857"/>
              <a:gd name="connsiteY47" fmla="*/ 370678 h 918356"/>
              <a:gd name="connsiteX48" fmla="*/ 3844133 w 9517857"/>
              <a:gd name="connsiteY48" fmla="*/ 360648 h 918356"/>
              <a:gd name="connsiteX49" fmla="*/ 3913545 w 9517857"/>
              <a:gd name="connsiteY49" fmla="*/ 344235 h 918356"/>
              <a:gd name="connsiteX50" fmla="*/ 4266740 w 9517857"/>
              <a:gd name="connsiteY50" fmla="*/ 361454 h 918356"/>
              <a:gd name="connsiteX51" fmla="*/ 4430770 w 9517857"/>
              <a:gd name="connsiteY51" fmla="*/ 342643 h 918356"/>
              <a:gd name="connsiteX52" fmla="*/ 4512664 w 9517857"/>
              <a:gd name="connsiteY52" fmla="*/ 319948 h 918356"/>
              <a:gd name="connsiteX53" fmla="*/ 4616423 w 9517857"/>
              <a:gd name="connsiteY53" fmla="*/ 290914 h 918356"/>
              <a:gd name="connsiteX54" fmla="*/ 4691675 w 9517857"/>
              <a:gd name="connsiteY54" fmla="*/ 254011 h 918356"/>
              <a:gd name="connsiteX55" fmla="*/ 4689051 w 9517857"/>
              <a:gd name="connsiteY55" fmla="*/ 250968 h 918356"/>
              <a:gd name="connsiteX56" fmla="*/ 4719994 w 9517857"/>
              <a:gd name="connsiteY56" fmla="*/ 245307 h 918356"/>
              <a:gd name="connsiteX57" fmla="*/ 4752894 w 9517857"/>
              <a:gd name="connsiteY57" fmla="*/ 239875 h 918356"/>
              <a:gd name="connsiteX58" fmla="*/ 4769329 w 9517857"/>
              <a:gd name="connsiteY58" fmla="*/ 233585 h 918356"/>
              <a:gd name="connsiteX59" fmla="*/ 4775634 w 9517857"/>
              <a:gd name="connsiteY59" fmla="*/ 234063 h 918356"/>
              <a:gd name="connsiteX60" fmla="*/ 4790452 w 9517857"/>
              <a:gd name="connsiteY60" fmla="*/ 233572 h 918356"/>
              <a:gd name="connsiteX61" fmla="*/ 4789062 w 9517857"/>
              <a:gd name="connsiteY61" fmla="*/ 241924 h 918356"/>
              <a:gd name="connsiteX62" fmla="*/ 4827826 w 9517857"/>
              <a:gd name="connsiteY62" fmla="*/ 246977 h 918356"/>
              <a:gd name="connsiteX63" fmla="*/ 4892569 w 9517857"/>
              <a:gd name="connsiteY63" fmla="*/ 249933 h 918356"/>
              <a:gd name="connsiteX64" fmla="*/ 4896611 w 9517857"/>
              <a:gd name="connsiteY64" fmla="*/ 240448 h 918356"/>
              <a:gd name="connsiteX65" fmla="*/ 4917286 w 9517857"/>
              <a:gd name="connsiteY65" fmla="*/ 243659 h 918356"/>
              <a:gd name="connsiteX66" fmla="*/ 4981173 w 9517857"/>
              <a:gd name="connsiteY66" fmla="*/ 247103 h 918356"/>
              <a:gd name="connsiteX67" fmla="*/ 5060397 w 9517857"/>
              <a:gd name="connsiteY67" fmla="*/ 263688 h 918356"/>
              <a:gd name="connsiteX68" fmla="*/ 5252996 w 9517857"/>
              <a:gd name="connsiteY68" fmla="*/ 270655 h 918356"/>
              <a:gd name="connsiteX69" fmla="*/ 5358056 w 9517857"/>
              <a:gd name="connsiteY69" fmla="*/ 247248 h 918356"/>
              <a:gd name="connsiteX70" fmla="*/ 5426496 w 9517857"/>
              <a:gd name="connsiteY70" fmla="*/ 235142 h 918356"/>
              <a:gd name="connsiteX71" fmla="*/ 5497161 w 9517857"/>
              <a:gd name="connsiteY71" fmla="*/ 228808 h 918356"/>
              <a:gd name="connsiteX72" fmla="*/ 5826043 w 9517857"/>
              <a:gd name="connsiteY72" fmla="*/ 148073 h 918356"/>
              <a:gd name="connsiteX73" fmla="*/ 6013415 w 9517857"/>
              <a:gd name="connsiteY73" fmla="*/ 137316 h 918356"/>
              <a:gd name="connsiteX74" fmla="*/ 6080994 w 9517857"/>
              <a:gd name="connsiteY74" fmla="*/ 142938 h 918356"/>
              <a:gd name="connsiteX75" fmla="*/ 6194152 w 9517857"/>
              <a:gd name="connsiteY75" fmla="*/ 151772 h 918356"/>
              <a:gd name="connsiteX76" fmla="*/ 6281379 w 9517857"/>
              <a:gd name="connsiteY76" fmla="*/ 181626 h 918356"/>
              <a:gd name="connsiteX77" fmla="*/ 6374947 w 9517857"/>
              <a:gd name="connsiteY77" fmla="*/ 179799 h 918356"/>
              <a:gd name="connsiteX78" fmla="*/ 6448518 w 9517857"/>
              <a:gd name="connsiteY78" fmla="*/ 164378 h 918356"/>
              <a:gd name="connsiteX79" fmla="*/ 6544700 w 9517857"/>
              <a:gd name="connsiteY79" fmla="*/ 167161 h 918356"/>
              <a:gd name="connsiteX80" fmla="*/ 6648353 w 9517857"/>
              <a:gd name="connsiteY80" fmla="*/ 172250 h 918356"/>
              <a:gd name="connsiteX81" fmla="*/ 6736227 w 9517857"/>
              <a:gd name="connsiteY81" fmla="*/ 173216 h 918356"/>
              <a:gd name="connsiteX82" fmla="*/ 6977218 w 9517857"/>
              <a:gd name="connsiteY82" fmla="*/ 184289 h 918356"/>
              <a:gd name="connsiteX83" fmla="*/ 7065221 w 9517857"/>
              <a:gd name="connsiteY83" fmla="*/ 227531 h 918356"/>
              <a:gd name="connsiteX84" fmla="*/ 7366876 w 9517857"/>
              <a:gd name="connsiteY84" fmla="*/ 248468 h 918356"/>
              <a:gd name="connsiteX85" fmla="*/ 7565449 w 9517857"/>
              <a:gd name="connsiteY85" fmla="*/ 258950 h 918356"/>
              <a:gd name="connsiteX86" fmla="*/ 7599285 w 9517857"/>
              <a:gd name="connsiteY86" fmla="*/ 266021 h 918356"/>
              <a:gd name="connsiteX87" fmla="*/ 7644411 w 9517857"/>
              <a:gd name="connsiteY87" fmla="*/ 258986 h 918356"/>
              <a:gd name="connsiteX88" fmla="*/ 7825110 w 9517857"/>
              <a:gd name="connsiteY88" fmla="*/ 229109 h 918356"/>
              <a:gd name="connsiteX89" fmla="*/ 7965804 w 9517857"/>
              <a:gd name="connsiteY89" fmla="*/ 190545 h 918356"/>
              <a:gd name="connsiteX90" fmla="*/ 8147401 w 9517857"/>
              <a:gd name="connsiteY90" fmla="*/ 205617 h 918356"/>
              <a:gd name="connsiteX91" fmla="*/ 8256033 w 9517857"/>
              <a:gd name="connsiteY91" fmla="*/ 193713 h 918356"/>
              <a:gd name="connsiteX92" fmla="*/ 8410677 w 9517857"/>
              <a:gd name="connsiteY92" fmla="*/ 172167 h 918356"/>
              <a:gd name="connsiteX93" fmla="*/ 8617841 w 9517857"/>
              <a:gd name="connsiteY93" fmla="*/ 155167 h 918356"/>
              <a:gd name="connsiteX94" fmla="*/ 8715976 w 9517857"/>
              <a:gd name="connsiteY94" fmla="*/ 178374 h 918356"/>
              <a:gd name="connsiteX95" fmla="*/ 8778827 w 9517857"/>
              <a:gd name="connsiteY95" fmla="*/ 172936 h 918356"/>
              <a:gd name="connsiteX96" fmla="*/ 8840778 w 9517857"/>
              <a:gd name="connsiteY96" fmla="*/ 143149 h 918356"/>
              <a:gd name="connsiteX97" fmla="*/ 9010380 w 9517857"/>
              <a:gd name="connsiteY97" fmla="*/ 91891 h 918356"/>
              <a:gd name="connsiteX98" fmla="*/ 9110856 w 9517857"/>
              <a:gd name="connsiteY98" fmla="*/ 70997 h 918356"/>
              <a:gd name="connsiteX99" fmla="*/ 9268817 w 9517857"/>
              <a:gd name="connsiteY99" fmla="*/ 53082 h 918356"/>
              <a:gd name="connsiteX100" fmla="*/ 9316667 w 9517857"/>
              <a:gd name="connsiteY100" fmla="*/ 45047 h 918356"/>
              <a:gd name="connsiteX101" fmla="*/ 9428209 w 9517857"/>
              <a:gd name="connsiteY101" fmla="*/ 29923 h 9183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9517857" h="918356">
                <a:moveTo>
                  <a:pt x="4686423" y="247919"/>
                </a:moveTo>
                <a:lnTo>
                  <a:pt x="4689051" y="250968"/>
                </a:lnTo>
                <a:lnTo>
                  <a:pt x="4687244" y="251298"/>
                </a:lnTo>
                <a:close/>
                <a:moveTo>
                  <a:pt x="4685225" y="246530"/>
                </a:moveTo>
                <a:cubicBezTo>
                  <a:pt x="4688837" y="243198"/>
                  <a:pt x="4687468" y="244598"/>
                  <a:pt x="4686133" y="246727"/>
                </a:cubicBezTo>
                <a:lnTo>
                  <a:pt x="4686423" y="247919"/>
                </a:lnTo>
                <a:close/>
                <a:moveTo>
                  <a:pt x="9517856" y="0"/>
                </a:moveTo>
                <a:lnTo>
                  <a:pt x="9517857" y="12"/>
                </a:lnTo>
                <a:lnTo>
                  <a:pt x="9517857" y="918356"/>
                </a:lnTo>
                <a:lnTo>
                  <a:pt x="14604" y="918356"/>
                </a:lnTo>
                <a:lnTo>
                  <a:pt x="12841" y="917763"/>
                </a:lnTo>
                <a:cubicBezTo>
                  <a:pt x="4532" y="914864"/>
                  <a:pt x="-773" y="912807"/>
                  <a:pt x="93" y="912471"/>
                </a:cubicBezTo>
                <a:cubicBezTo>
                  <a:pt x="172" y="912298"/>
                  <a:pt x="58594" y="890495"/>
                  <a:pt x="58674" y="890322"/>
                </a:cubicBezTo>
                <a:cubicBezTo>
                  <a:pt x="127436" y="929614"/>
                  <a:pt x="206243" y="828226"/>
                  <a:pt x="275005" y="807229"/>
                </a:cubicBezTo>
                <a:cubicBezTo>
                  <a:pt x="303983" y="806087"/>
                  <a:pt x="504960" y="777375"/>
                  <a:pt x="587824" y="798195"/>
                </a:cubicBezTo>
                <a:cubicBezTo>
                  <a:pt x="598733" y="769348"/>
                  <a:pt x="682904" y="785924"/>
                  <a:pt x="651826" y="738338"/>
                </a:cubicBezTo>
                <a:cubicBezTo>
                  <a:pt x="688440" y="737862"/>
                  <a:pt x="753255" y="750396"/>
                  <a:pt x="727985" y="719826"/>
                </a:cubicBezTo>
                <a:cubicBezTo>
                  <a:pt x="739648" y="718749"/>
                  <a:pt x="775717" y="715087"/>
                  <a:pt x="778982" y="710142"/>
                </a:cubicBezTo>
                <a:cubicBezTo>
                  <a:pt x="779189" y="709407"/>
                  <a:pt x="849736" y="718721"/>
                  <a:pt x="849944" y="717987"/>
                </a:cubicBezTo>
                <a:lnTo>
                  <a:pt x="921659" y="712695"/>
                </a:lnTo>
                <a:lnTo>
                  <a:pt x="930946" y="734046"/>
                </a:lnTo>
                <a:lnTo>
                  <a:pt x="986250" y="713530"/>
                </a:lnTo>
                <a:lnTo>
                  <a:pt x="1013752" y="713361"/>
                </a:lnTo>
                <a:lnTo>
                  <a:pt x="1023734" y="718571"/>
                </a:lnTo>
                <a:cubicBezTo>
                  <a:pt x="1033291" y="721276"/>
                  <a:pt x="1045398" y="721394"/>
                  <a:pt x="1063207" y="715651"/>
                </a:cubicBezTo>
                <a:lnTo>
                  <a:pt x="1081980" y="738455"/>
                </a:lnTo>
                <a:lnTo>
                  <a:pt x="1218120" y="713280"/>
                </a:lnTo>
                <a:cubicBezTo>
                  <a:pt x="1230137" y="716162"/>
                  <a:pt x="1387179" y="685179"/>
                  <a:pt x="1397459" y="691190"/>
                </a:cubicBezTo>
                <a:cubicBezTo>
                  <a:pt x="1490025" y="704984"/>
                  <a:pt x="1465878" y="715604"/>
                  <a:pt x="1580688" y="693697"/>
                </a:cubicBezTo>
                <a:cubicBezTo>
                  <a:pt x="1607067" y="704379"/>
                  <a:pt x="1719477" y="658239"/>
                  <a:pt x="1772334" y="710640"/>
                </a:cubicBezTo>
                <a:cubicBezTo>
                  <a:pt x="1745536" y="644824"/>
                  <a:pt x="1976078" y="716436"/>
                  <a:pt x="2002561" y="659917"/>
                </a:cubicBezTo>
                <a:cubicBezTo>
                  <a:pt x="2045346" y="660357"/>
                  <a:pt x="2166676" y="654391"/>
                  <a:pt x="2135144" y="636501"/>
                </a:cubicBezTo>
                <a:cubicBezTo>
                  <a:pt x="2276591" y="665055"/>
                  <a:pt x="2293173" y="591792"/>
                  <a:pt x="2440292" y="593862"/>
                </a:cubicBezTo>
                <a:cubicBezTo>
                  <a:pt x="2495160" y="534824"/>
                  <a:pt x="2473343" y="585644"/>
                  <a:pt x="2547829" y="566150"/>
                </a:cubicBezTo>
                <a:cubicBezTo>
                  <a:pt x="2545438" y="614169"/>
                  <a:pt x="2632278" y="528280"/>
                  <a:pt x="2658055" y="578727"/>
                </a:cubicBezTo>
                <a:cubicBezTo>
                  <a:pt x="2670795" y="573581"/>
                  <a:pt x="2682322" y="567005"/>
                  <a:pt x="2693698" y="560029"/>
                </a:cubicBezTo>
                <a:lnTo>
                  <a:pt x="2699673" y="556400"/>
                </a:lnTo>
                <a:lnTo>
                  <a:pt x="2727306" y="550698"/>
                </a:lnTo>
                <a:lnTo>
                  <a:pt x="2730451" y="538058"/>
                </a:lnTo>
                <a:lnTo>
                  <a:pt x="2768713" y="521575"/>
                </a:lnTo>
                <a:cubicBezTo>
                  <a:pt x="2783756" y="517104"/>
                  <a:pt x="2800788" y="514291"/>
                  <a:pt x="2820868" y="514160"/>
                </a:cubicBezTo>
                <a:cubicBezTo>
                  <a:pt x="2894791" y="532885"/>
                  <a:pt x="2981506" y="465507"/>
                  <a:pt x="3073635" y="491294"/>
                </a:cubicBezTo>
                <a:cubicBezTo>
                  <a:pt x="3106872" y="496624"/>
                  <a:pt x="3205785" y="487718"/>
                  <a:pt x="3222071" y="470559"/>
                </a:cubicBezTo>
                <a:cubicBezTo>
                  <a:pt x="3242193" y="465514"/>
                  <a:pt x="3267163" y="469136"/>
                  <a:pt x="3274069" y="451605"/>
                </a:cubicBezTo>
                <a:cubicBezTo>
                  <a:pt x="3286659" y="430165"/>
                  <a:pt x="3363648" y="455571"/>
                  <a:pt x="3349632" y="432583"/>
                </a:cubicBezTo>
                <a:cubicBezTo>
                  <a:pt x="3404182" y="449847"/>
                  <a:pt x="3438210" y="404323"/>
                  <a:pt x="3479593" y="390437"/>
                </a:cubicBezTo>
                <a:cubicBezTo>
                  <a:pt x="3523240" y="408403"/>
                  <a:pt x="3567027" y="361554"/>
                  <a:pt x="3660110" y="348726"/>
                </a:cubicBezTo>
                <a:cubicBezTo>
                  <a:pt x="3708299" y="369683"/>
                  <a:pt x="3662447" y="344775"/>
                  <a:pt x="3750023" y="370678"/>
                </a:cubicBezTo>
                <a:cubicBezTo>
                  <a:pt x="3752092" y="367132"/>
                  <a:pt x="3816880" y="365055"/>
                  <a:pt x="3844133" y="360648"/>
                </a:cubicBezTo>
                <a:cubicBezTo>
                  <a:pt x="3871386" y="356240"/>
                  <a:pt x="3882848" y="332490"/>
                  <a:pt x="3913545" y="344235"/>
                </a:cubicBezTo>
                <a:cubicBezTo>
                  <a:pt x="4050255" y="376864"/>
                  <a:pt x="4159924" y="363190"/>
                  <a:pt x="4266740" y="361454"/>
                </a:cubicBezTo>
                <a:cubicBezTo>
                  <a:pt x="4385770" y="354374"/>
                  <a:pt x="4314535" y="340143"/>
                  <a:pt x="4430770" y="342643"/>
                </a:cubicBezTo>
                <a:cubicBezTo>
                  <a:pt x="4439969" y="322594"/>
                  <a:pt x="4478290" y="314645"/>
                  <a:pt x="4512664" y="319948"/>
                </a:cubicBezTo>
                <a:cubicBezTo>
                  <a:pt x="4570011" y="315138"/>
                  <a:pt x="4549085" y="269599"/>
                  <a:pt x="4616423" y="290914"/>
                </a:cubicBezTo>
                <a:cubicBezTo>
                  <a:pt x="4599641" y="270277"/>
                  <a:pt x="4692085" y="269216"/>
                  <a:pt x="4691675" y="254011"/>
                </a:cubicBezTo>
                <a:lnTo>
                  <a:pt x="4689051" y="250968"/>
                </a:lnTo>
                <a:lnTo>
                  <a:pt x="4719994" y="245307"/>
                </a:lnTo>
                <a:cubicBezTo>
                  <a:pt x="4732635" y="242775"/>
                  <a:pt x="4745300" y="240335"/>
                  <a:pt x="4752894" y="239875"/>
                </a:cubicBezTo>
                <a:lnTo>
                  <a:pt x="4769329" y="233585"/>
                </a:lnTo>
                <a:lnTo>
                  <a:pt x="4775634" y="234063"/>
                </a:lnTo>
                <a:lnTo>
                  <a:pt x="4790452" y="233572"/>
                </a:lnTo>
                <a:cubicBezTo>
                  <a:pt x="4789989" y="236356"/>
                  <a:pt x="4789525" y="239141"/>
                  <a:pt x="4789062" y="241924"/>
                </a:cubicBezTo>
                <a:cubicBezTo>
                  <a:pt x="4786342" y="249932"/>
                  <a:pt x="4804560" y="248631"/>
                  <a:pt x="4827826" y="246977"/>
                </a:cubicBezTo>
                <a:cubicBezTo>
                  <a:pt x="4875782" y="239569"/>
                  <a:pt x="4874112" y="283413"/>
                  <a:pt x="4892569" y="249933"/>
                </a:cubicBezTo>
                <a:lnTo>
                  <a:pt x="4896611" y="240448"/>
                </a:lnTo>
                <a:lnTo>
                  <a:pt x="4917286" y="243659"/>
                </a:lnTo>
                <a:cubicBezTo>
                  <a:pt x="4923060" y="243799"/>
                  <a:pt x="4981729" y="240979"/>
                  <a:pt x="4981173" y="247103"/>
                </a:cubicBezTo>
                <a:cubicBezTo>
                  <a:pt x="5024880" y="220690"/>
                  <a:pt x="5014146" y="257963"/>
                  <a:pt x="5060397" y="263688"/>
                </a:cubicBezTo>
                <a:cubicBezTo>
                  <a:pt x="5093356" y="238589"/>
                  <a:pt x="5157892" y="275351"/>
                  <a:pt x="5252996" y="270655"/>
                </a:cubicBezTo>
                <a:cubicBezTo>
                  <a:pt x="5288840" y="241872"/>
                  <a:pt x="5287005" y="287921"/>
                  <a:pt x="5358056" y="247248"/>
                </a:cubicBezTo>
                <a:cubicBezTo>
                  <a:pt x="5361752" y="250257"/>
                  <a:pt x="5403312" y="238215"/>
                  <a:pt x="5426496" y="235142"/>
                </a:cubicBezTo>
                <a:cubicBezTo>
                  <a:pt x="5449679" y="232069"/>
                  <a:pt x="5473549" y="245611"/>
                  <a:pt x="5497161" y="228808"/>
                </a:cubicBezTo>
                <a:cubicBezTo>
                  <a:pt x="5611861" y="172767"/>
                  <a:pt x="5723211" y="165860"/>
                  <a:pt x="5826043" y="148073"/>
                </a:cubicBezTo>
                <a:cubicBezTo>
                  <a:pt x="5943127" y="133166"/>
                  <a:pt x="5872659" y="193078"/>
                  <a:pt x="6013415" y="137316"/>
                </a:cubicBezTo>
                <a:cubicBezTo>
                  <a:pt x="6031924" y="154783"/>
                  <a:pt x="6050745" y="154258"/>
                  <a:pt x="6080994" y="142938"/>
                </a:cubicBezTo>
                <a:cubicBezTo>
                  <a:pt x="6138083" y="137090"/>
                  <a:pt x="6140195" y="184383"/>
                  <a:pt x="6194152" y="151772"/>
                </a:cubicBezTo>
                <a:cubicBezTo>
                  <a:pt x="6187280" y="177783"/>
                  <a:pt x="6304222" y="153410"/>
                  <a:pt x="6281379" y="181626"/>
                </a:cubicBezTo>
                <a:cubicBezTo>
                  <a:pt x="6321899" y="201819"/>
                  <a:pt x="6335111" y="162590"/>
                  <a:pt x="6374947" y="179799"/>
                </a:cubicBezTo>
                <a:cubicBezTo>
                  <a:pt x="6417404" y="181336"/>
                  <a:pt x="6402484" y="169694"/>
                  <a:pt x="6448518" y="164378"/>
                </a:cubicBezTo>
                <a:cubicBezTo>
                  <a:pt x="6504958" y="162488"/>
                  <a:pt x="6493438" y="111203"/>
                  <a:pt x="6544700" y="167161"/>
                </a:cubicBezTo>
                <a:cubicBezTo>
                  <a:pt x="6601507" y="148697"/>
                  <a:pt x="6566269" y="164386"/>
                  <a:pt x="6648353" y="172250"/>
                </a:cubicBezTo>
                <a:cubicBezTo>
                  <a:pt x="6680008" y="155223"/>
                  <a:pt x="6707960" y="160673"/>
                  <a:pt x="6736227" y="173216"/>
                </a:cubicBezTo>
                <a:cubicBezTo>
                  <a:pt x="6813963" y="164284"/>
                  <a:pt x="6888143" y="181296"/>
                  <a:pt x="6977218" y="184289"/>
                </a:cubicBezTo>
                <a:cubicBezTo>
                  <a:pt x="7040424" y="188318"/>
                  <a:pt x="7000278" y="216835"/>
                  <a:pt x="7065221" y="227531"/>
                </a:cubicBezTo>
                <a:cubicBezTo>
                  <a:pt x="7130163" y="238228"/>
                  <a:pt x="7291878" y="238208"/>
                  <a:pt x="7366876" y="248468"/>
                </a:cubicBezTo>
                <a:cubicBezTo>
                  <a:pt x="7491356" y="206752"/>
                  <a:pt x="7367734" y="280166"/>
                  <a:pt x="7565449" y="258950"/>
                </a:cubicBezTo>
                <a:cubicBezTo>
                  <a:pt x="7575959" y="252432"/>
                  <a:pt x="7600854" y="257628"/>
                  <a:pt x="7599285" y="266021"/>
                </a:cubicBezTo>
                <a:cubicBezTo>
                  <a:pt x="7611616" y="262940"/>
                  <a:pt x="7639946" y="245819"/>
                  <a:pt x="7644411" y="258986"/>
                </a:cubicBezTo>
                <a:cubicBezTo>
                  <a:pt x="7708015" y="258012"/>
                  <a:pt x="7770249" y="247724"/>
                  <a:pt x="7825110" y="229109"/>
                </a:cubicBezTo>
                <a:cubicBezTo>
                  <a:pt x="7949762" y="247028"/>
                  <a:pt x="7921956" y="197757"/>
                  <a:pt x="7965804" y="190545"/>
                </a:cubicBezTo>
                <a:cubicBezTo>
                  <a:pt x="8039439" y="213878"/>
                  <a:pt x="8063651" y="191475"/>
                  <a:pt x="8147401" y="205617"/>
                </a:cubicBezTo>
                <a:cubicBezTo>
                  <a:pt x="8166453" y="196610"/>
                  <a:pt x="8225048" y="207099"/>
                  <a:pt x="8256033" y="193713"/>
                </a:cubicBezTo>
                <a:cubicBezTo>
                  <a:pt x="8311388" y="242017"/>
                  <a:pt x="8350376" y="178592"/>
                  <a:pt x="8410677" y="172167"/>
                </a:cubicBezTo>
                <a:cubicBezTo>
                  <a:pt x="8470978" y="165743"/>
                  <a:pt x="8572470" y="206385"/>
                  <a:pt x="8617841" y="155167"/>
                </a:cubicBezTo>
                <a:cubicBezTo>
                  <a:pt x="8646050" y="160448"/>
                  <a:pt x="8664949" y="183631"/>
                  <a:pt x="8715976" y="178374"/>
                </a:cubicBezTo>
                <a:cubicBezTo>
                  <a:pt x="8737194" y="188216"/>
                  <a:pt x="8738009" y="189511"/>
                  <a:pt x="8778827" y="172936"/>
                </a:cubicBezTo>
                <a:cubicBezTo>
                  <a:pt x="8725277" y="146372"/>
                  <a:pt x="8850819" y="175612"/>
                  <a:pt x="8840778" y="143149"/>
                </a:cubicBezTo>
                <a:cubicBezTo>
                  <a:pt x="8903519" y="121096"/>
                  <a:pt x="9021861" y="150359"/>
                  <a:pt x="9010380" y="91891"/>
                </a:cubicBezTo>
                <a:cubicBezTo>
                  <a:pt x="9027103" y="56852"/>
                  <a:pt x="9112524" y="108357"/>
                  <a:pt x="9110856" y="70997"/>
                </a:cubicBezTo>
                <a:cubicBezTo>
                  <a:pt x="9148189" y="94250"/>
                  <a:pt x="9209809" y="53285"/>
                  <a:pt x="9268817" y="53082"/>
                </a:cubicBezTo>
                <a:cubicBezTo>
                  <a:pt x="9279135" y="35997"/>
                  <a:pt x="9292736" y="36520"/>
                  <a:pt x="9316667" y="45047"/>
                </a:cubicBezTo>
                <a:cubicBezTo>
                  <a:pt x="9352186" y="45862"/>
                  <a:pt x="9390008" y="39799"/>
                  <a:pt x="9428209" y="29923"/>
                </a:cubicBez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41038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C9A36457-A5F4-4103-A443-02581C0918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DC5FB7E8-B636-40FA-BE8D-48145C0F5C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4"/>
            <a:ext cx="12192000" cy="2295238"/>
          </a:xfrm>
          <a:custGeom>
            <a:avLst/>
            <a:gdLst>
              <a:gd name="connsiteX0" fmla="*/ 12160143 w 12192000"/>
              <a:gd name="connsiteY0" fmla="*/ 831692 h 2079137"/>
              <a:gd name="connsiteX1" fmla="*/ 12159112 w 12192000"/>
              <a:gd name="connsiteY1" fmla="*/ 833361 h 2079137"/>
              <a:gd name="connsiteX2" fmla="*/ 12158912 w 12192000"/>
              <a:gd name="connsiteY2" fmla="*/ 832430 h 2079137"/>
              <a:gd name="connsiteX3" fmla="*/ 0 w 12192000"/>
              <a:gd name="connsiteY3" fmla="*/ 0 h 2079137"/>
              <a:gd name="connsiteX4" fmla="*/ 12192000 w 12192000"/>
              <a:gd name="connsiteY4" fmla="*/ 0 h 2079137"/>
              <a:gd name="connsiteX5" fmla="*/ 12192000 w 12192000"/>
              <a:gd name="connsiteY5" fmla="*/ 558063 h 2079137"/>
              <a:gd name="connsiteX6" fmla="*/ 12189259 w 12192000"/>
              <a:gd name="connsiteY6" fmla="*/ 810508 h 2079137"/>
              <a:gd name="connsiteX7" fmla="*/ 12170847 w 12192000"/>
              <a:gd name="connsiteY7" fmla="*/ 825280 h 2079137"/>
              <a:gd name="connsiteX8" fmla="*/ 12160143 w 12192000"/>
              <a:gd name="connsiteY8" fmla="*/ 831692 h 2079137"/>
              <a:gd name="connsiteX9" fmla="*/ 12163806 w 12192000"/>
              <a:gd name="connsiteY9" fmla="*/ 825759 h 2079137"/>
              <a:gd name="connsiteX10" fmla="*/ 12056557 w 12192000"/>
              <a:gd name="connsiteY10" fmla="*/ 810176 h 2079137"/>
              <a:gd name="connsiteX11" fmla="*/ 11900316 w 12192000"/>
              <a:gd name="connsiteY11" fmla="*/ 789618 h 2079137"/>
              <a:gd name="connsiteX12" fmla="*/ 11791206 w 12192000"/>
              <a:gd name="connsiteY12" fmla="*/ 824176 h 2079137"/>
              <a:gd name="connsiteX13" fmla="*/ 11659257 w 12192000"/>
              <a:gd name="connsiteY13" fmla="*/ 800841 h 2079137"/>
              <a:gd name="connsiteX14" fmla="*/ 11569789 w 12192000"/>
              <a:gd name="connsiteY14" fmla="*/ 797135 h 2079137"/>
              <a:gd name="connsiteX15" fmla="*/ 11367885 w 12192000"/>
              <a:gd name="connsiteY15" fmla="*/ 791985 h 2079137"/>
              <a:gd name="connsiteX16" fmla="*/ 11174663 w 12192000"/>
              <a:gd name="connsiteY16" fmla="*/ 788721 h 2079137"/>
              <a:gd name="connsiteX17" fmla="*/ 11068220 w 12192000"/>
              <a:gd name="connsiteY17" fmla="*/ 786994 h 2079137"/>
              <a:gd name="connsiteX18" fmla="*/ 10893266 w 12192000"/>
              <a:gd name="connsiteY18" fmla="*/ 794013 h 2079137"/>
              <a:gd name="connsiteX19" fmla="*/ 10844025 w 12192000"/>
              <a:gd name="connsiteY19" fmla="*/ 789857 h 2079137"/>
              <a:gd name="connsiteX20" fmla="*/ 10814353 w 12192000"/>
              <a:gd name="connsiteY20" fmla="*/ 789010 h 2079137"/>
              <a:gd name="connsiteX21" fmla="*/ 10748393 w 12192000"/>
              <a:gd name="connsiteY21" fmla="*/ 806738 h 2079137"/>
              <a:gd name="connsiteX22" fmla="*/ 10468256 w 12192000"/>
              <a:gd name="connsiteY22" fmla="*/ 778733 h 2079137"/>
              <a:gd name="connsiteX23" fmla="*/ 10256131 w 12192000"/>
              <a:gd name="connsiteY23" fmla="*/ 788332 h 2079137"/>
              <a:gd name="connsiteX24" fmla="*/ 10177442 w 12192000"/>
              <a:gd name="connsiteY24" fmla="*/ 777371 h 2079137"/>
              <a:gd name="connsiteX25" fmla="*/ 10006086 w 12192000"/>
              <a:gd name="connsiteY25" fmla="*/ 792651 h 2079137"/>
              <a:gd name="connsiteX26" fmla="*/ 9952382 w 12192000"/>
              <a:gd name="connsiteY26" fmla="*/ 815411 h 2079137"/>
              <a:gd name="connsiteX27" fmla="*/ 9926457 w 12192000"/>
              <a:gd name="connsiteY27" fmla="*/ 827295 h 2079137"/>
              <a:gd name="connsiteX28" fmla="*/ 9843405 w 12192000"/>
              <a:gd name="connsiteY28" fmla="*/ 867046 h 2079137"/>
              <a:gd name="connsiteX29" fmla="*/ 9830866 w 12192000"/>
              <a:gd name="connsiteY29" fmla="*/ 875047 h 2079137"/>
              <a:gd name="connsiteX30" fmla="*/ 9801807 w 12192000"/>
              <a:gd name="connsiteY30" fmla="*/ 872272 h 2079137"/>
              <a:gd name="connsiteX31" fmla="*/ 9785653 w 12192000"/>
              <a:gd name="connsiteY31" fmla="*/ 861743 h 2079137"/>
              <a:gd name="connsiteX32" fmla="*/ 9781177 w 12192000"/>
              <a:gd name="connsiteY32" fmla="*/ 864820 h 2079137"/>
              <a:gd name="connsiteX33" fmla="*/ 9768640 w 12192000"/>
              <a:gd name="connsiteY33" fmla="*/ 869379 h 2079137"/>
              <a:gd name="connsiteX34" fmla="*/ 9712211 w 12192000"/>
              <a:gd name="connsiteY34" fmla="*/ 900283 h 2079137"/>
              <a:gd name="connsiteX35" fmla="*/ 9689465 w 12192000"/>
              <a:gd name="connsiteY35" fmla="*/ 899268 h 2079137"/>
              <a:gd name="connsiteX36" fmla="*/ 9600339 w 12192000"/>
              <a:gd name="connsiteY36" fmla="*/ 922112 h 2079137"/>
              <a:gd name="connsiteX37" fmla="*/ 9582850 w 12192000"/>
              <a:gd name="connsiteY37" fmla="*/ 925510 h 2079137"/>
              <a:gd name="connsiteX38" fmla="*/ 9549638 w 12192000"/>
              <a:gd name="connsiteY38" fmla="*/ 940845 h 2079137"/>
              <a:gd name="connsiteX39" fmla="*/ 9539471 w 12192000"/>
              <a:gd name="connsiteY39" fmla="*/ 941799 h 2079137"/>
              <a:gd name="connsiteX40" fmla="*/ 9505592 w 12192000"/>
              <a:gd name="connsiteY40" fmla="*/ 955533 h 2079137"/>
              <a:gd name="connsiteX41" fmla="*/ 9432569 w 12192000"/>
              <a:gd name="connsiteY41" fmla="*/ 985377 h 2079137"/>
              <a:gd name="connsiteX42" fmla="*/ 9414216 w 12192000"/>
              <a:gd name="connsiteY42" fmla="*/ 992655 h 2079137"/>
              <a:gd name="connsiteX43" fmla="*/ 9397106 w 12192000"/>
              <a:gd name="connsiteY43" fmla="*/ 992980 h 2079137"/>
              <a:gd name="connsiteX44" fmla="*/ 9305108 w 12192000"/>
              <a:gd name="connsiteY44" fmla="*/ 1007767 h 2079137"/>
              <a:gd name="connsiteX45" fmla="*/ 9282434 w 12192000"/>
              <a:gd name="connsiteY45" fmla="*/ 1007523 h 2079137"/>
              <a:gd name="connsiteX46" fmla="*/ 9271941 w 12192000"/>
              <a:gd name="connsiteY46" fmla="*/ 1002839 h 2079137"/>
              <a:gd name="connsiteX47" fmla="*/ 9238227 w 12192000"/>
              <a:gd name="connsiteY47" fmla="*/ 1017668 h 2079137"/>
              <a:gd name="connsiteX48" fmla="*/ 9184265 w 12192000"/>
              <a:gd name="connsiteY48" fmla="*/ 1031275 h 2079137"/>
              <a:gd name="connsiteX49" fmla="*/ 9159000 w 12192000"/>
              <a:gd name="connsiteY49" fmla="*/ 1039569 h 2079137"/>
              <a:gd name="connsiteX50" fmla="*/ 9137031 w 12192000"/>
              <a:gd name="connsiteY50" fmla="*/ 1038699 h 2079137"/>
              <a:gd name="connsiteX51" fmla="*/ 9015702 w 12192000"/>
              <a:gd name="connsiteY51" fmla="*/ 1051400 h 2079137"/>
              <a:gd name="connsiteX52" fmla="*/ 8971403 w 12192000"/>
              <a:gd name="connsiteY52" fmla="*/ 1040542 h 2079137"/>
              <a:gd name="connsiteX53" fmla="*/ 8961826 w 12192000"/>
              <a:gd name="connsiteY53" fmla="*/ 1045364 h 2079137"/>
              <a:gd name="connsiteX54" fmla="*/ 8888623 w 12192000"/>
              <a:gd name="connsiteY54" fmla="*/ 1053908 h 2079137"/>
              <a:gd name="connsiteX55" fmla="*/ 8841066 w 12192000"/>
              <a:gd name="connsiteY55" fmla="*/ 1060421 h 2079137"/>
              <a:gd name="connsiteX56" fmla="*/ 8752342 w 12192000"/>
              <a:gd name="connsiteY56" fmla="*/ 1080646 h 2079137"/>
              <a:gd name="connsiteX57" fmla="*/ 8699139 w 12192000"/>
              <a:gd name="connsiteY57" fmla="*/ 1087885 h 2079137"/>
              <a:gd name="connsiteX58" fmla="*/ 8667273 w 12192000"/>
              <a:gd name="connsiteY58" fmla="*/ 1092062 h 2079137"/>
              <a:gd name="connsiteX59" fmla="*/ 8586064 w 12192000"/>
              <a:gd name="connsiteY59" fmla="*/ 1114603 h 2079137"/>
              <a:gd name="connsiteX60" fmla="*/ 8460312 w 12192000"/>
              <a:gd name="connsiteY60" fmla="*/ 1179878 h 2079137"/>
              <a:gd name="connsiteX61" fmla="*/ 8419023 w 12192000"/>
              <a:gd name="connsiteY61" fmla="*/ 1191748 h 2079137"/>
              <a:gd name="connsiteX62" fmla="*/ 8410939 w 12192000"/>
              <a:gd name="connsiteY62" fmla="*/ 1189696 h 2079137"/>
              <a:gd name="connsiteX63" fmla="*/ 8362040 w 12192000"/>
              <a:gd name="connsiteY63" fmla="*/ 1220820 h 2079137"/>
              <a:gd name="connsiteX64" fmla="*/ 8273677 w 12192000"/>
              <a:gd name="connsiteY64" fmla="*/ 1236495 h 2079137"/>
              <a:gd name="connsiteX65" fmla="*/ 8204283 w 12192000"/>
              <a:gd name="connsiteY65" fmla="*/ 1243537 h 2079137"/>
              <a:gd name="connsiteX66" fmla="*/ 8166550 w 12192000"/>
              <a:gd name="connsiteY66" fmla="*/ 1249551 h 2079137"/>
              <a:gd name="connsiteX67" fmla="*/ 8137785 w 12192000"/>
              <a:gd name="connsiteY67" fmla="*/ 1251636 h 2079137"/>
              <a:gd name="connsiteX68" fmla="*/ 8071596 w 12192000"/>
              <a:gd name="connsiteY68" fmla="*/ 1269274 h 2079137"/>
              <a:gd name="connsiteX69" fmla="*/ 7964816 w 12192000"/>
              <a:gd name="connsiteY69" fmla="*/ 1303668 h 2079137"/>
              <a:gd name="connsiteX70" fmla="*/ 7941495 w 12192000"/>
              <a:gd name="connsiteY70" fmla="*/ 1309821 h 2079137"/>
              <a:gd name="connsiteX71" fmla="*/ 7919123 w 12192000"/>
              <a:gd name="connsiteY71" fmla="*/ 1310466 h 2079137"/>
              <a:gd name="connsiteX72" fmla="*/ 7911902 w 12192000"/>
              <a:gd name="connsiteY72" fmla="*/ 1306569 h 2079137"/>
              <a:gd name="connsiteX73" fmla="*/ 7898703 w 12192000"/>
              <a:gd name="connsiteY73" fmla="*/ 1309208 h 2079137"/>
              <a:gd name="connsiteX74" fmla="*/ 7894703 w 12192000"/>
              <a:gd name="connsiteY74" fmla="*/ 1308939 h 2079137"/>
              <a:gd name="connsiteX75" fmla="*/ 7872267 w 12192000"/>
              <a:gd name="connsiteY75" fmla="*/ 1308370 h 2079137"/>
              <a:gd name="connsiteX76" fmla="*/ 7836454 w 12192000"/>
              <a:gd name="connsiteY76" fmla="*/ 1331265 h 2079137"/>
              <a:gd name="connsiteX77" fmla="*/ 7782451 w 12192000"/>
              <a:gd name="connsiteY77" fmla="*/ 1339601 h 2079137"/>
              <a:gd name="connsiteX78" fmla="*/ 7542969 w 12192000"/>
              <a:gd name="connsiteY78" fmla="*/ 1372495 h 2079137"/>
              <a:gd name="connsiteX79" fmla="*/ 7476832 w 12192000"/>
              <a:gd name="connsiteY79" fmla="*/ 1431655 h 2079137"/>
              <a:gd name="connsiteX80" fmla="*/ 7370237 w 12192000"/>
              <a:gd name="connsiteY80" fmla="*/ 1474339 h 2079137"/>
              <a:gd name="connsiteX81" fmla="*/ 7222223 w 12192000"/>
              <a:gd name="connsiteY81" fmla="*/ 1510199 h 2079137"/>
              <a:gd name="connsiteX82" fmla="*/ 7215703 w 12192000"/>
              <a:gd name="connsiteY82" fmla="*/ 1520424 h 2079137"/>
              <a:gd name="connsiteX83" fmla="*/ 7204548 w 12192000"/>
              <a:gd name="connsiteY83" fmla="*/ 1528145 h 2079137"/>
              <a:gd name="connsiteX84" fmla="*/ 7202038 w 12192000"/>
              <a:gd name="connsiteY84" fmla="*/ 1527954 h 2079137"/>
              <a:gd name="connsiteX85" fmla="*/ 7173860 w 12192000"/>
              <a:gd name="connsiteY85" fmla="*/ 1541605 h 2079137"/>
              <a:gd name="connsiteX86" fmla="*/ 7155079 w 12192000"/>
              <a:gd name="connsiteY86" fmla="*/ 1552495 h 2079137"/>
              <a:gd name="connsiteX87" fmla="*/ 7149757 w 12192000"/>
              <a:gd name="connsiteY87" fmla="*/ 1552732 h 2079137"/>
              <a:gd name="connsiteX88" fmla="*/ 7104804 w 12192000"/>
              <a:gd name="connsiteY88" fmla="*/ 1565792 h 2079137"/>
              <a:gd name="connsiteX89" fmla="*/ 7082824 w 12192000"/>
              <a:gd name="connsiteY89" fmla="*/ 1567947 h 2079137"/>
              <a:gd name="connsiteX90" fmla="*/ 7021520 w 12192000"/>
              <a:gd name="connsiteY90" fmla="*/ 1562334 h 2079137"/>
              <a:gd name="connsiteX91" fmla="*/ 6988956 w 12192000"/>
              <a:gd name="connsiteY91" fmla="*/ 1576442 h 2079137"/>
              <a:gd name="connsiteX92" fmla="*/ 6981922 w 12192000"/>
              <a:gd name="connsiteY92" fmla="*/ 1578821 h 2079137"/>
              <a:gd name="connsiteX93" fmla="*/ 6981583 w 12192000"/>
              <a:gd name="connsiteY93" fmla="*/ 1578678 h 2079137"/>
              <a:gd name="connsiteX94" fmla="*/ 6973762 w 12192000"/>
              <a:gd name="connsiteY94" fmla="*/ 1580811 h 2079137"/>
              <a:gd name="connsiteX95" fmla="*/ 6969093 w 12192000"/>
              <a:gd name="connsiteY95" fmla="*/ 1583157 h 2079137"/>
              <a:gd name="connsiteX96" fmla="*/ 6890037 w 12192000"/>
              <a:gd name="connsiteY96" fmla="*/ 1575825 h 2079137"/>
              <a:gd name="connsiteX97" fmla="*/ 6785054 w 12192000"/>
              <a:gd name="connsiteY97" fmla="*/ 1582200 h 2079137"/>
              <a:gd name="connsiteX98" fmla="*/ 6681692 w 12192000"/>
              <a:gd name="connsiteY98" fmla="*/ 1591296 h 2079137"/>
              <a:gd name="connsiteX99" fmla="*/ 6644556 w 12192000"/>
              <a:gd name="connsiteY99" fmla="*/ 1595940 h 2079137"/>
              <a:gd name="connsiteX100" fmla="*/ 6577106 w 12192000"/>
              <a:gd name="connsiteY100" fmla="*/ 1598261 h 2079137"/>
              <a:gd name="connsiteX101" fmla="*/ 6544183 w 12192000"/>
              <a:gd name="connsiteY101" fmla="*/ 1596149 h 2079137"/>
              <a:gd name="connsiteX102" fmla="*/ 6540921 w 12192000"/>
              <a:gd name="connsiteY102" fmla="*/ 1593857 h 2079137"/>
              <a:gd name="connsiteX103" fmla="*/ 6535046 w 12192000"/>
              <a:gd name="connsiteY103" fmla="*/ 1593283 h 2079137"/>
              <a:gd name="connsiteX104" fmla="*/ 6519853 w 12192000"/>
              <a:gd name="connsiteY104" fmla="*/ 1595771 h 2079137"/>
              <a:gd name="connsiteX105" fmla="*/ 6514280 w 12192000"/>
              <a:gd name="connsiteY105" fmla="*/ 1597376 h 2079137"/>
              <a:gd name="connsiteX106" fmla="*/ 6505824 w 12192000"/>
              <a:gd name="connsiteY106" fmla="*/ 1598298 h 2079137"/>
              <a:gd name="connsiteX107" fmla="*/ 6505573 w 12192000"/>
              <a:gd name="connsiteY107" fmla="*/ 1598109 h 2079137"/>
              <a:gd name="connsiteX108" fmla="*/ 6497741 w 12192000"/>
              <a:gd name="connsiteY108" fmla="*/ 1599392 h 2079137"/>
              <a:gd name="connsiteX109" fmla="*/ 6459992 w 12192000"/>
              <a:gd name="connsiteY109" fmla="*/ 1608358 h 2079137"/>
              <a:gd name="connsiteX110" fmla="*/ 6404572 w 12192000"/>
              <a:gd name="connsiteY110" fmla="*/ 1593771 h 2079137"/>
              <a:gd name="connsiteX111" fmla="*/ 6382671 w 12192000"/>
              <a:gd name="connsiteY111" fmla="*/ 1592612 h 2079137"/>
              <a:gd name="connsiteX112" fmla="*/ 6369843 w 12192000"/>
              <a:gd name="connsiteY112" fmla="*/ 1590015 h 2079137"/>
              <a:gd name="connsiteX113" fmla="*/ 6269740 w 12192000"/>
              <a:gd name="connsiteY113" fmla="*/ 1614633 h 2079137"/>
              <a:gd name="connsiteX114" fmla="*/ 6255405 w 12192000"/>
              <a:gd name="connsiteY114" fmla="*/ 1620529 h 2079137"/>
              <a:gd name="connsiteX115" fmla="*/ 6244248 w 12192000"/>
              <a:gd name="connsiteY115" fmla="*/ 1629561 h 2079137"/>
              <a:gd name="connsiteX116" fmla="*/ 6086396 w 12192000"/>
              <a:gd name="connsiteY116" fmla="*/ 1642666 h 2079137"/>
              <a:gd name="connsiteX117" fmla="*/ 5867429 w 12192000"/>
              <a:gd name="connsiteY117" fmla="*/ 1695554 h 2079137"/>
              <a:gd name="connsiteX118" fmla="*/ 5772864 w 12192000"/>
              <a:gd name="connsiteY118" fmla="*/ 1689002 h 2079137"/>
              <a:gd name="connsiteX119" fmla="*/ 5629833 w 12192000"/>
              <a:gd name="connsiteY119" fmla="*/ 1713273 h 2079137"/>
              <a:gd name="connsiteX120" fmla="*/ 5504771 w 12192000"/>
              <a:gd name="connsiteY120" fmla="*/ 1725744 h 2079137"/>
              <a:gd name="connsiteX121" fmla="*/ 5490967 w 12192000"/>
              <a:gd name="connsiteY121" fmla="*/ 1726367 h 2079137"/>
              <a:gd name="connsiteX122" fmla="*/ 5486015 w 12192000"/>
              <a:gd name="connsiteY122" fmla="*/ 1721481 h 2079137"/>
              <a:gd name="connsiteX123" fmla="*/ 5439364 w 12192000"/>
              <a:gd name="connsiteY123" fmla="*/ 1721349 h 2079137"/>
              <a:gd name="connsiteX124" fmla="*/ 5350025 w 12192000"/>
              <a:gd name="connsiteY124" fmla="*/ 1729885 h 2079137"/>
              <a:gd name="connsiteX125" fmla="*/ 5336104 w 12192000"/>
              <a:gd name="connsiteY125" fmla="*/ 1734377 h 2079137"/>
              <a:gd name="connsiteX126" fmla="*/ 5245234 w 12192000"/>
              <a:gd name="connsiteY126" fmla="*/ 1738520 h 2079137"/>
              <a:gd name="connsiteX127" fmla="*/ 5182955 w 12192000"/>
              <a:gd name="connsiteY127" fmla="*/ 1744622 h 2079137"/>
              <a:gd name="connsiteX128" fmla="*/ 5169506 w 12192000"/>
              <a:gd name="connsiteY128" fmla="*/ 1748993 h 2079137"/>
              <a:gd name="connsiteX129" fmla="*/ 5154299 w 12192000"/>
              <a:gd name="connsiteY129" fmla="*/ 1744080 h 2079137"/>
              <a:gd name="connsiteX130" fmla="*/ 5149917 w 12192000"/>
              <a:gd name="connsiteY130" fmla="*/ 1739727 h 2079137"/>
              <a:gd name="connsiteX131" fmla="*/ 5100319 w 12192000"/>
              <a:gd name="connsiteY131" fmla="*/ 1745797 h 2079137"/>
              <a:gd name="connsiteX132" fmla="*/ 5094361 w 12192000"/>
              <a:gd name="connsiteY132" fmla="*/ 1745767 h 2079137"/>
              <a:gd name="connsiteX133" fmla="*/ 5053410 w 12192000"/>
              <a:gd name="connsiteY133" fmla="*/ 1742790 h 2079137"/>
              <a:gd name="connsiteX134" fmla="*/ 4992711 w 12192000"/>
              <a:gd name="connsiteY134" fmla="*/ 1734075 h 2079137"/>
              <a:gd name="connsiteX135" fmla="*/ 4930098 w 12192000"/>
              <a:gd name="connsiteY135" fmla="*/ 1717312 h 2079137"/>
              <a:gd name="connsiteX136" fmla="*/ 4893834 w 12192000"/>
              <a:gd name="connsiteY136" fmla="*/ 1710028 h 2079137"/>
              <a:gd name="connsiteX137" fmla="*/ 4868730 w 12192000"/>
              <a:gd name="connsiteY137" fmla="*/ 1702384 h 2079137"/>
              <a:gd name="connsiteX138" fmla="*/ 4797925 w 12192000"/>
              <a:gd name="connsiteY138" fmla="*/ 1695535 h 2079137"/>
              <a:gd name="connsiteX139" fmla="*/ 4677670 w 12192000"/>
              <a:gd name="connsiteY139" fmla="*/ 1689453 h 2079137"/>
              <a:gd name="connsiteX140" fmla="*/ 4634248 w 12192000"/>
              <a:gd name="connsiteY140" fmla="*/ 1680227 h 2079137"/>
              <a:gd name="connsiteX141" fmla="*/ 4632434 w 12192000"/>
              <a:gd name="connsiteY141" fmla="*/ 1674607 h 2079137"/>
              <a:gd name="connsiteX142" fmla="*/ 4619204 w 12192000"/>
              <a:gd name="connsiteY142" fmla="*/ 1672507 h 2079137"/>
              <a:gd name="connsiteX143" fmla="*/ 4616283 w 12192000"/>
              <a:gd name="connsiteY143" fmla="*/ 1670977 h 2079137"/>
              <a:gd name="connsiteX144" fmla="*/ 4598926 w 12192000"/>
              <a:gd name="connsiteY144" fmla="*/ 1663178 h 2079137"/>
              <a:gd name="connsiteX145" fmla="*/ 4547069 w 12192000"/>
              <a:gd name="connsiteY145" fmla="*/ 1670642 h 2079137"/>
              <a:gd name="connsiteX146" fmla="*/ 4523516 w 12192000"/>
              <a:gd name="connsiteY146" fmla="*/ 1669785 h 2079137"/>
              <a:gd name="connsiteX147" fmla="*/ 4500586 w 12192000"/>
              <a:gd name="connsiteY147" fmla="*/ 1675912 h 2079137"/>
              <a:gd name="connsiteX148" fmla="*/ 4488196 w 12192000"/>
              <a:gd name="connsiteY148" fmla="*/ 1683463 h 2079137"/>
              <a:gd name="connsiteX149" fmla="*/ 4445463 w 12192000"/>
              <a:gd name="connsiteY149" fmla="*/ 1695634 h 2079137"/>
              <a:gd name="connsiteX150" fmla="*/ 4446550 w 12192000"/>
              <a:gd name="connsiteY150" fmla="*/ 1680538 h 2079137"/>
              <a:gd name="connsiteX151" fmla="*/ 4365375 w 12192000"/>
              <a:gd name="connsiteY151" fmla="*/ 1697935 h 2079137"/>
              <a:gd name="connsiteX152" fmla="*/ 4305123 w 12192000"/>
              <a:gd name="connsiteY152" fmla="*/ 1714185 h 2079137"/>
              <a:gd name="connsiteX153" fmla="*/ 4292665 w 12192000"/>
              <a:gd name="connsiteY153" fmla="*/ 1720703 h 2079137"/>
              <a:gd name="connsiteX154" fmla="*/ 4276789 w 12192000"/>
              <a:gd name="connsiteY154" fmla="*/ 1718367 h 2079137"/>
              <a:gd name="connsiteX155" fmla="*/ 4271683 w 12192000"/>
              <a:gd name="connsiteY155" fmla="*/ 1714801 h 2079137"/>
              <a:gd name="connsiteX156" fmla="*/ 4223918 w 12192000"/>
              <a:gd name="connsiteY156" fmla="*/ 1728936 h 2079137"/>
              <a:gd name="connsiteX157" fmla="*/ 4218039 w 12192000"/>
              <a:gd name="connsiteY157" fmla="*/ 1729885 h 2079137"/>
              <a:gd name="connsiteX158" fmla="*/ 4177153 w 12192000"/>
              <a:gd name="connsiteY158" fmla="*/ 1733691 h 2079137"/>
              <a:gd name="connsiteX159" fmla="*/ 4051032 w 12192000"/>
              <a:gd name="connsiteY159" fmla="*/ 1728886 h 2079137"/>
              <a:gd name="connsiteX160" fmla="*/ 4013978 w 12192000"/>
              <a:gd name="connsiteY160" fmla="*/ 1727679 h 2079137"/>
              <a:gd name="connsiteX161" fmla="*/ 3987857 w 12192000"/>
              <a:gd name="connsiteY161" fmla="*/ 1724282 h 2079137"/>
              <a:gd name="connsiteX162" fmla="*/ 3916852 w 12192000"/>
              <a:gd name="connsiteY162" fmla="*/ 1729184 h 2079137"/>
              <a:gd name="connsiteX163" fmla="*/ 3797263 w 12192000"/>
              <a:gd name="connsiteY163" fmla="*/ 1742976 h 2079137"/>
              <a:gd name="connsiteX164" fmla="*/ 3752806 w 12192000"/>
              <a:gd name="connsiteY164" fmla="*/ 1741033 h 2079137"/>
              <a:gd name="connsiteX165" fmla="*/ 3749997 w 12192000"/>
              <a:gd name="connsiteY165" fmla="*/ 1735799 h 2079137"/>
              <a:gd name="connsiteX166" fmla="*/ 3736582 w 12192000"/>
              <a:gd name="connsiteY166" fmla="*/ 1735907 h 2079137"/>
              <a:gd name="connsiteX167" fmla="*/ 3733428 w 12192000"/>
              <a:gd name="connsiteY167" fmla="*/ 1734881 h 2079137"/>
              <a:gd name="connsiteX168" fmla="*/ 3714911 w 12192000"/>
              <a:gd name="connsiteY168" fmla="*/ 1730056 h 2079137"/>
              <a:gd name="connsiteX169" fmla="*/ 3665172 w 12192000"/>
              <a:gd name="connsiteY169" fmla="*/ 1745936 h 2079137"/>
              <a:gd name="connsiteX170" fmla="*/ 3552006 w 12192000"/>
              <a:gd name="connsiteY170" fmla="*/ 1755220 h 2079137"/>
              <a:gd name="connsiteX171" fmla="*/ 3390301 w 12192000"/>
              <a:gd name="connsiteY171" fmla="*/ 1762546 h 2079137"/>
              <a:gd name="connsiteX172" fmla="*/ 3264312 w 12192000"/>
              <a:gd name="connsiteY172" fmla="*/ 1774620 h 2079137"/>
              <a:gd name="connsiteX173" fmla="*/ 3106901 w 12192000"/>
              <a:gd name="connsiteY173" fmla="*/ 1804264 h 2079137"/>
              <a:gd name="connsiteX174" fmla="*/ 2993303 w 12192000"/>
              <a:gd name="connsiteY174" fmla="*/ 1806542 h 2079137"/>
              <a:gd name="connsiteX175" fmla="*/ 2979115 w 12192000"/>
              <a:gd name="connsiteY175" fmla="*/ 1815432 h 2079137"/>
              <a:gd name="connsiteX176" fmla="*/ 2963118 w 12192000"/>
              <a:gd name="connsiteY176" fmla="*/ 1820962 h 2079137"/>
              <a:gd name="connsiteX177" fmla="*/ 2961156 w 12192000"/>
              <a:gd name="connsiteY177" fmla="*/ 1820297 h 2079137"/>
              <a:gd name="connsiteX178" fmla="*/ 2925719 w 12192000"/>
              <a:gd name="connsiteY178" fmla="*/ 1828468 h 2079137"/>
              <a:gd name="connsiteX179" fmla="*/ 2857951 w 12192000"/>
              <a:gd name="connsiteY179" fmla="*/ 1842496 h 2079137"/>
              <a:gd name="connsiteX180" fmla="*/ 2857427 w 12192000"/>
              <a:gd name="connsiteY180" fmla="*/ 1841591 h 2079137"/>
              <a:gd name="connsiteX181" fmla="*/ 2846731 w 12192000"/>
              <a:gd name="connsiteY181" fmla="*/ 1839316 h 2079137"/>
              <a:gd name="connsiteX182" fmla="*/ 2826290 w 12192000"/>
              <a:gd name="connsiteY182" fmla="*/ 1837274 h 2079137"/>
              <a:gd name="connsiteX183" fmla="*/ 2779146 w 12192000"/>
              <a:gd name="connsiteY183" fmla="*/ 1820071 h 2079137"/>
              <a:gd name="connsiteX184" fmla="*/ 2739608 w 12192000"/>
              <a:gd name="connsiteY184" fmla="*/ 1827861 h 2079137"/>
              <a:gd name="connsiteX185" fmla="*/ 2731631 w 12192000"/>
              <a:gd name="connsiteY185" fmla="*/ 1828881 h 2079137"/>
              <a:gd name="connsiteX186" fmla="*/ 2731464 w 12192000"/>
              <a:gd name="connsiteY186" fmla="*/ 1828677 h 2079137"/>
              <a:gd name="connsiteX187" fmla="*/ 2723037 w 12192000"/>
              <a:gd name="connsiteY187" fmla="*/ 1829303 h 2079137"/>
              <a:gd name="connsiteX188" fmla="*/ 2701616 w 12192000"/>
              <a:gd name="connsiteY188" fmla="*/ 1832725 h 2079137"/>
              <a:gd name="connsiteX189" fmla="*/ 2696239 w 12192000"/>
              <a:gd name="connsiteY189" fmla="*/ 1831904 h 2079137"/>
              <a:gd name="connsiteX190" fmla="*/ 2663445 w 12192000"/>
              <a:gd name="connsiteY190" fmla="*/ 1825958 h 2079137"/>
              <a:gd name="connsiteX191" fmla="*/ 2560925 w 12192000"/>
              <a:gd name="connsiteY191" fmla="*/ 1829094 h 2079137"/>
              <a:gd name="connsiteX192" fmla="*/ 2458739 w 12192000"/>
              <a:gd name="connsiteY192" fmla="*/ 1834479 h 2079137"/>
              <a:gd name="connsiteX193" fmla="*/ 2356074 w 12192000"/>
              <a:gd name="connsiteY193" fmla="*/ 1836991 h 2079137"/>
              <a:gd name="connsiteX194" fmla="*/ 2304241 w 12192000"/>
              <a:gd name="connsiteY194" fmla="*/ 1822021 h 2079137"/>
              <a:gd name="connsiteX195" fmla="*/ 2298362 w 12192000"/>
              <a:gd name="connsiteY195" fmla="*/ 1822125 h 2079137"/>
              <a:gd name="connsiteX196" fmla="*/ 2283527 w 12192000"/>
              <a:gd name="connsiteY196" fmla="*/ 1826361 h 2079137"/>
              <a:gd name="connsiteX197" fmla="*/ 2278150 w 12192000"/>
              <a:gd name="connsiteY197" fmla="*/ 1828604 h 2079137"/>
              <a:gd name="connsiteX198" fmla="*/ 2269853 w 12192000"/>
              <a:gd name="connsiteY198" fmla="*/ 1830502 h 2079137"/>
              <a:gd name="connsiteX199" fmla="*/ 2269585 w 12192000"/>
              <a:gd name="connsiteY199" fmla="*/ 1830341 h 2079137"/>
              <a:gd name="connsiteX200" fmla="*/ 2225332 w 12192000"/>
              <a:gd name="connsiteY200" fmla="*/ 1845825 h 2079137"/>
              <a:gd name="connsiteX201" fmla="*/ 2169048 w 12192000"/>
              <a:gd name="connsiteY201" fmla="*/ 1837658 h 2079137"/>
              <a:gd name="connsiteX202" fmla="*/ 2147231 w 12192000"/>
              <a:gd name="connsiteY202" fmla="*/ 1839027 h 2079137"/>
              <a:gd name="connsiteX203" fmla="*/ 2135241 w 12192000"/>
              <a:gd name="connsiteY203" fmla="*/ 1838652 h 2079137"/>
              <a:gd name="connsiteX204" fmla="*/ 2099215 w 12192000"/>
              <a:gd name="connsiteY204" fmla="*/ 1850768 h 2079137"/>
              <a:gd name="connsiteX205" fmla="*/ 2094046 w 12192000"/>
              <a:gd name="connsiteY205" fmla="*/ 1850806 h 2079137"/>
              <a:gd name="connsiteX206" fmla="*/ 2071850 w 12192000"/>
              <a:gd name="connsiteY206" fmla="*/ 1861319 h 2079137"/>
              <a:gd name="connsiteX207" fmla="*/ 2039607 w 12192000"/>
              <a:gd name="connsiteY207" fmla="*/ 1874318 h 2079137"/>
              <a:gd name="connsiteX208" fmla="*/ 2037289 w 12192000"/>
              <a:gd name="connsiteY208" fmla="*/ 1874025 h 2079137"/>
              <a:gd name="connsiteX209" fmla="*/ 2023615 w 12192000"/>
              <a:gd name="connsiteY209" fmla="*/ 1881562 h 2079137"/>
              <a:gd name="connsiteX210" fmla="*/ 1957176 w 12192000"/>
              <a:gd name="connsiteY210" fmla="*/ 1898709 h 2079137"/>
              <a:gd name="connsiteX211" fmla="*/ 1858081 w 12192000"/>
              <a:gd name="connsiteY211" fmla="*/ 1923144 h 2079137"/>
              <a:gd name="connsiteX212" fmla="*/ 1738865 w 12192000"/>
              <a:gd name="connsiteY212" fmla="*/ 1944965 h 2079137"/>
              <a:gd name="connsiteX213" fmla="*/ 1616692 w 12192000"/>
              <a:gd name="connsiteY213" fmla="*/ 1989107 h 2079137"/>
              <a:gd name="connsiteX214" fmla="*/ 1411898 w 12192000"/>
              <a:gd name="connsiteY214" fmla="*/ 2046254 h 2079137"/>
              <a:gd name="connsiteX215" fmla="*/ 1375780 w 12192000"/>
              <a:gd name="connsiteY215" fmla="*/ 2047961 h 2079137"/>
              <a:gd name="connsiteX216" fmla="*/ 1375707 w 12192000"/>
              <a:gd name="connsiteY216" fmla="*/ 2047981 h 2079137"/>
              <a:gd name="connsiteX217" fmla="*/ 1285585 w 12192000"/>
              <a:gd name="connsiteY217" fmla="*/ 2047113 h 2079137"/>
              <a:gd name="connsiteX218" fmla="*/ 1263658 w 12192000"/>
              <a:gd name="connsiteY218" fmla="*/ 2041397 h 2079137"/>
              <a:gd name="connsiteX219" fmla="*/ 1170403 w 12192000"/>
              <a:gd name="connsiteY219" fmla="*/ 2033399 h 2079137"/>
              <a:gd name="connsiteX220" fmla="*/ 1153718 w 12192000"/>
              <a:gd name="connsiteY220" fmla="*/ 2029576 h 2079137"/>
              <a:gd name="connsiteX221" fmla="*/ 1133937 w 12192000"/>
              <a:gd name="connsiteY221" fmla="*/ 2032149 h 2079137"/>
              <a:gd name="connsiteX222" fmla="*/ 1054999 w 12192000"/>
              <a:gd name="connsiteY222" fmla="*/ 2043242 h 2079137"/>
              <a:gd name="connsiteX223" fmla="*/ 1018405 w 12192000"/>
              <a:gd name="connsiteY223" fmla="*/ 2048281 h 2079137"/>
              <a:gd name="connsiteX224" fmla="*/ 1016563 w 12192000"/>
              <a:gd name="connsiteY224" fmla="*/ 2051718 h 2079137"/>
              <a:gd name="connsiteX225" fmla="*/ 1008284 w 12192000"/>
              <a:gd name="connsiteY225" fmla="*/ 2046742 h 2079137"/>
              <a:gd name="connsiteX226" fmla="*/ 981974 w 12192000"/>
              <a:gd name="connsiteY226" fmla="*/ 2048363 h 2079137"/>
              <a:gd name="connsiteX227" fmla="*/ 971903 w 12192000"/>
              <a:gd name="connsiteY227" fmla="*/ 2053484 h 2079137"/>
              <a:gd name="connsiteX228" fmla="*/ 954015 w 12192000"/>
              <a:gd name="connsiteY228" fmla="*/ 2052529 h 2079137"/>
              <a:gd name="connsiteX229" fmla="*/ 839571 w 12192000"/>
              <a:gd name="connsiteY229" fmla="*/ 2046509 h 2079137"/>
              <a:gd name="connsiteX230" fmla="*/ 823321 w 12192000"/>
              <a:gd name="connsiteY230" fmla="*/ 2054296 h 2079137"/>
              <a:gd name="connsiteX231" fmla="*/ 800990 w 12192000"/>
              <a:gd name="connsiteY231" fmla="*/ 2051523 h 2079137"/>
              <a:gd name="connsiteX232" fmla="*/ 776439 w 12192000"/>
              <a:gd name="connsiteY232" fmla="*/ 2062634 h 2079137"/>
              <a:gd name="connsiteX233" fmla="*/ 763041 w 12192000"/>
              <a:gd name="connsiteY233" fmla="*/ 2063995 h 2079137"/>
              <a:gd name="connsiteX234" fmla="*/ 757863 w 12192000"/>
              <a:gd name="connsiteY234" fmla="*/ 2065877 h 2079137"/>
              <a:gd name="connsiteX235" fmla="*/ 745053 w 12192000"/>
              <a:gd name="connsiteY235" fmla="*/ 2051831 h 2079137"/>
              <a:gd name="connsiteX236" fmla="*/ 722609 w 12192000"/>
              <a:gd name="connsiteY236" fmla="*/ 2049504 h 2079137"/>
              <a:gd name="connsiteX237" fmla="*/ 717618 w 12192000"/>
              <a:gd name="connsiteY237" fmla="*/ 2042131 h 2079137"/>
              <a:gd name="connsiteX238" fmla="*/ 703285 w 12192000"/>
              <a:gd name="connsiteY238" fmla="*/ 2046808 h 2079137"/>
              <a:gd name="connsiteX239" fmla="*/ 680199 w 12192000"/>
              <a:gd name="connsiteY239" fmla="*/ 2051947 h 2079137"/>
              <a:gd name="connsiteX240" fmla="*/ 667351 w 12192000"/>
              <a:gd name="connsiteY240" fmla="*/ 2054469 h 2079137"/>
              <a:gd name="connsiteX241" fmla="*/ 660961 w 12192000"/>
              <a:gd name="connsiteY241" fmla="*/ 2049404 h 2079137"/>
              <a:gd name="connsiteX242" fmla="*/ 638282 w 12192000"/>
              <a:gd name="connsiteY242" fmla="*/ 2060093 h 2079137"/>
              <a:gd name="connsiteX243" fmla="*/ 583551 w 12192000"/>
              <a:gd name="connsiteY243" fmla="*/ 2070197 h 2079137"/>
              <a:gd name="connsiteX244" fmla="*/ 525274 w 12192000"/>
              <a:gd name="connsiteY244" fmla="*/ 2079137 h 2079137"/>
              <a:gd name="connsiteX245" fmla="*/ 405635 w 12192000"/>
              <a:gd name="connsiteY245" fmla="*/ 2059339 h 2079137"/>
              <a:gd name="connsiteX246" fmla="*/ 281555 w 12192000"/>
              <a:gd name="connsiteY246" fmla="*/ 2022847 h 2079137"/>
              <a:gd name="connsiteX247" fmla="*/ 98513 w 12192000"/>
              <a:gd name="connsiteY247" fmla="*/ 1969504 h 2079137"/>
              <a:gd name="connsiteX248" fmla="*/ 56191 w 12192000"/>
              <a:gd name="connsiteY248" fmla="*/ 1950709 h 2079137"/>
              <a:gd name="connsiteX249" fmla="*/ 0 w 12192000"/>
              <a:gd name="connsiteY249" fmla="*/ 1935789 h 20791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</a:cxnLst>
            <a:rect l="l" t="t" r="r" b="b"/>
            <a:pathLst>
              <a:path w="12192000" h="2079137">
                <a:moveTo>
                  <a:pt x="12160143" y="831692"/>
                </a:moveTo>
                <a:lnTo>
                  <a:pt x="12159112" y="833361"/>
                </a:lnTo>
                <a:cubicBezTo>
                  <a:pt x="12157915" y="833832"/>
                  <a:pt x="12157402" y="833649"/>
                  <a:pt x="12158912" y="832430"/>
                </a:cubicBez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558063"/>
                </a:lnTo>
                <a:lnTo>
                  <a:pt x="12189259" y="810508"/>
                </a:lnTo>
                <a:lnTo>
                  <a:pt x="12170847" y="825280"/>
                </a:lnTo>
                <a:lnTo>
                  <a:pt x="12160143" y="831692"/>
                </a:lnTo>
                <a:lnTo>
                  <a:pt x="12163806" y="825759"/>
                </a:lnTo>
                <a:cubicBezTo>
                  <a:pt x="12125449" y="821525"/>
                  <a:pt x="12082203" y="824698"/>
                  <a:pt x="12056557" y="810176"/>
                </a:cubicBezTo>
                <a:cubicBezTo>
                  <a:pt x="12050902" y="790976"/>
                  <a:pt x="11923731" y="799312"/>
                  <a:pt x="11900316" y="789618"/>
                </a:cubicBezTo>
                <a:cubicBezTo>
                  <a:pt x="11841702" y="803374"/>
                  <a:pt x="11823963" y="832645"/>
                  <a:pt x="11791206" y="824176"/>
                </a:cubicBezTo>
                <a:cubicBezTo>
                  <a:pt x="11768977" y="817380"/>
                  <a:pt x="11683857" y="828947"/>
                  <a:pt x="11659257" y="800841"/>
                </a:cubicBezTo>
                <a:cubicBezTo>
                  <a:pt x="11617173" y="818107"/>
                  <a:pt x="11602556" y="790694"/>
                  <a:pt x="11569789" y="797135"/>
                </a:cubicBezTo>
                <a:cubicBezTo>
                  <a:pt x="11498310" y="795094"/>
                  <a:pt x="11458472" y="819882"/>
                  <a:pt x="11367885" y="791985"/>
                </a:cubicBezTo>
                <a:cubicBezTo>
                  <a:pt x="11325508" y="798158"/>
                  <a:pt x="11266580" y="755023"/>
                  <a:pt x="11174663" y="788721"/>
                </a:cubicBezTo>
                <a:cubicBezTo>
                  <a:pt x="11122703" y="792192"/>
                  <a:pt x="11150009" y="775410"/>
                  <a:pt x="11068220" y="786994"/>
                </a:cubicBezTo>
                <a:cubicBezTo>
                  <a:pt x="11046931" y="759861"/>
                  <a:pt x="10919185" y="793102"/>
                  <a:pt x="10893266" y="794013"/>
                </a:cubicBezTo>
                <a:cubicBezTo>
                  <a:pt x="10874184" y="776189"/>
                  <a:pt x="10862860" y="788743"/>
                  <a:pt x="10844025" y="789857"/>
                </a:cubicBezTo>
                <a:cubicBezTo>
                  <a:pt x="10836453" y="779294"/>
                  <a:pt x="10820690" y="778184"/>
                  <a:pt x="10814353" y="789010"/>
                </a:cubicBezTo>
                <a:cubicBezTo>
                  <a:pt x="10819669" y="816016"/>
                  <a:pt x="10754019" y="789067"/>
                  <a:pt x="10748393" y="806738"/>
                </a:cubicBezTo>
                <a:cubicBezTo>
                  <a:pt x="10687156" y="807873"/>
                  <a:pt x="10550299" y="781800"/>
                  <a:pt x="10468256" y="778733"/>
                </a:cubicBezTo>
                <a:cubicBezTo>
                  <a:pt x="10436666" y="770025"/>
                  <a:pt x="10371995" y="797252"/>
                  <a:pt x="10256131" y="788332"/>
                </a:cubicBezTo>
                <a:cubicBezTo>
                  <a:pt x="10240995" y="781626"/>
                  <a:pt x="10182664" y="765742"/>
                  <a:pt x="10177442" y="777371"/>
                </a:cubicBezTo>
                <a:cubicBezTo>
                  <a:pt x="10141447" y="775683"/>
                  <a:pt x="10030323" y="810071"/>
                  <a:pt x="10006086" y="792651"/>
                </a:cubicBezTo>
                <a:cubicBezTo>
                  <a:pt x="10009448" y="818833"/>
                  <a:pt x="9960389" y="791426"/>
                  <a:pt x="9952382" y="815411"/>
                </a:cubicBezTo>
                <a:lnTo>
                  <a:pt x="9926457" y="827295"/>
                </a:lnTo>
                <a:lnTo>
                  <a:pt x="9843405" y="867046"/>
                </a:lnTo>
                <a:lnTo>
                  <a:pt x="9830866" y="875047"/>
                </a:lnTo>
                <a:lnTo>
                  <a:pt x="9801807" y="872272"/>
                </a:lnTo>
                <a:lnTo>
                  <a:pt x="9785653" y="861743"/>
                </a:lnTo>
                <a:lnTo>
                  <a:pt x="9781177" y="864820"/>
                </a:lnTo>
                <a:cubicBezTo>
                  <a:pt x="9776153" y="871003"/>
                  <a:pt x="9773556" y="874842"/>
                  <a:pt x="9768640" y="869379"/>
                </a:cubicBezTo>
                <a:lnTo>
                  <a:pt x="9712211" y="900283"/>
                </a:lnTo>
                <a:cubicBezTo>
                  <a:pt x="9706243" y="902750"/>
                  <a:pt x="9698952" y="902954"/>
                  <a:pt x="9689465" y="899268"/>
                </a:cubicBezTo>
                <a:cubicBezTo>
                  <a:pt x="9670819" y="902906"/>
                  <a:pt x="9618108" y="917739"/>
                  <a:pt x="9600339" y="922112"/>
                </a:cubicBezTo>
                <a:lnTo>
                  <a:pt x="9582850" y="925510"/>
                </a:lnTo>
                <a:cubicBezTo>
                  <a:pt x="9574400" y="928631"/>
                  <a:pt x="9556868" y="938130"/>
                  <a:pt x="9549638" y="940845"/>
                </a:cubicBezTo>
                <a:cubicBezTo>
                  <a:pt x="9543792" y="942327"/>
                  <a:pt x="9546812" y="939351"/>
                  <a:pt x="9539471" y="941799"/>
                </a:cubicBezTo>
                <a:cubicBezTo>
                  <a:pt x="9538994" y="947702"/>
                  <a:pt x="9536009" y="953248"/>
                  <a:pt x="9505592" y="955533"/>
                </a:cubicBezTo>
                <a:cubicBezTo>
                  <a:pt x="9486013" y="968563"/>
                  <a:pt x="9460860" y="978842"/>
                  <a:pt x="9432569" y="985377"/>
                </a:cubicBezTo>
                <a:cubicBezTo>
                  <a:pt x="9426990" y="980335"/>
                  <a:pt x="9418918" y="990185"/>
                  <a:pt x="9414216" y="992655"/>
                </a:cubicBezTo>
                <a:cubicBezTo>
                  <a:pt x="9412644" y="989014"/>
                  <a:pt x="9400057" y="989255"/>
                  <a:pt x="9397106" y="992980"/>
                </a:cubicBezTo>
                <a:cubicBezTo>
                  <a:pt x="9314093" y="1020862"/>
                  <a:pt x="9349678" y="978420"/>
                  <a:pt x="9305108" y="1007767"/>
                </a:cubicBezTo>
                <a:cubicBezTo>
                  <a:pt x="9296670" y="1010324"/>
                  <a:pt x="9289251" y="1009612"/>
                  <a:pt x="9282434" y="1007523"/>
                </a:cubicBezTo>
                <a:lnTo>
                  <a:pt x="9271941" y="1002839"/>
                </a:lnTo>
                <a:lnTo>
                  <a:pt x="9238227" y="1017668"/>
                </a:lnTo>
                <a:cubicBezTo>
                  <a:pt x="9221294" y="1023415"/>
                  <a:pt x="9203166" y="1027997"/>
                  <a:pt x="9184265" y="1031275"/>
                </a:cubicBezTo>
                <a:cubicBezTo>
                  <a:pt x="9178371" y="1024135"/>
                  <a:pt x="9165618" y="1036637"/>
                  <a:pt x="9159000" y="1039569"/>
                </a:cubicBezTo>
                <a:cubicBezTo>
                  <a:pt x="9157881" y="1034602"/>
                  <a:pt x="9141725" y="1033964"/>
                  <a:pt x="9137031" y="1038699"/>
                </a:cubicBezTo>
                <a:cubicBezTo>
                  <a:pt x="9023973" y="1069523"/>
                  <a:pt x="9079946" y="1015706"/>
                  <a:pt x="9015702" y="1051400"/>
                </a:cubicBezTo>
                <a:lnTo>
                  <a:pt x="8971403" y="1040542"/>
                </a:lnTo>
                <a:lnTo>
                  <a:pt x="8961826" y="1045364"/>
                </a:lnTo>
                <a:cubicBezTo>
                  <a:pt x="8922837" y="1050010"/>
                  <a:pt x="8909116" y="1040754"/>
                  <a:pt x="8888623" y="1053908"/>
                </a:cubicBezTo>
                <a:cubicBezTo>
                  <a:pt x="8850424" y="1035587"/>
                  <a:pt x="8865892" y="1054194"/>
                  <a:pt x="8841066" y="1060421"/>
                </a:cubicBezTo>
                <a:cubicBezTo>
                  <a:pt x="8818353" y="1064878"/>
                  <a:pt x="8775995" y="1076068"/>
                  <a:pt x="8752342" y="1080646"/>
                </a:cubicBezTo>
                <a:cubicBezTo>
                  <a:pt x="8736966" y="1099406"/>
                  <a:pt x="8723186" y="1079948"/>
                  <a:pt x="8699139" y="1087885"/>
                </a:cubicBezTo>
                <a:cubicBezTo>
                  <a:pt x="8688630" y="1095506"/>
                  <a:pt x="8680324" y="1097539"/>
                  <a:pt x="8667273" y="1092062"/>
                </a:cubicBezTo>
                <a:cubicBezTo>
                  <a:pt x="8619205" y="1128818"/>
                  <a:pt x="8634590" y="1097116"/>
                  <a:pt x="8586064" y="1114603"/>
                </a:cubicBezTo>
                <a:cubicBezTo>
                  <a:pt x="8544721" y="1131913"/>
                  <a:pt x="8496602" y="1145520"/>
                  <a:pt x="8460312" y="1179878"/>
                </a:cubicBezTo>
                <a:cubicBezTo>
                  <a:pt x="8454266" y="1189140"/>
                  <a:pt x="8435781" y="1194455"/>
                  <a:pt x="8419023" y="1191748"/>
                </a:cubicBezTo>
                <a:cubicBezTo>
                  <a:pt x="8416138" y="1191283"/>
                  <a:pt x="8413416" y="1190591"/>
                  <a:pt x="8410939" y="1189696"/>
                </a:cubicBezTo>
                <a:cubicBezTo>
                  <a:pt x="8390077" y="1213458"/>
                  <a:pt x="8370324" y="1205397"/>
                  <a:pt x="8362040" y="1220820"/>
                </a:cubicBezTo>
                <a:cubicBezTo>
                  <a:pt x="8320616" y="1231942"/>
                  <a:pt x="8281663" y="1222882"/>
                  <a:pt x="8273677" y="1236495"/>
                </a:cubicBezTo>
                <a:cubicBezTo>
                  <a:pt x="8251358" y="1238573"/>
                  <a:pt x="8216738" y="1228341"/>
                  <a:pt x="8204283" y="1243537"/>
                </a:cubicBezTo>
                <a:cubicBezTo>
                  <a:pt x="8198634" y="1233135"/>
                  <a:pt x="8181550" y="1254947"/>
                  <a:pt x="8166550" y="1249551"/>
                </a:cubicBezTo>
                <a:cubicBezTo>
                  <a:pt x="8155570" y="1244572"/>
                  <a:pt x="8147825" y="1250027"/>
                  <a:pt x="8137785" y="1251636"/>
                </a:cubicBezTo>
                <a:cubicBezTo>
                  <a:pt x="8123427" y="1248361"/>
                  <a:pt x="8081662" y="1261833"/>
                  <a:pt x="8071596" y="1269274"/>
                </a:cubicBezTo>
                <a:cubicBezTo>
                  <a:pt x="8048949" y="1293759"/>
                  <a:pt x="7983924" y="1284712"/>
                  <a:pt x="7964816" y="1303668"/>
                </a:cubicBezTo>
                <a:cubicBezTo>
                  <a:pt x="7957137" y="1306992"/>
                  <a:pt x="7949335" y="1308861"/>
                  <a:pt x="7941495" y="1309821"/>
                </a:cubicBezTo>
                <a:lnTo>
                  <a:pt x="7919123" y="1310466"/>
                </a:lnTo>
                <a:lnTo>
                  <a:pt x="7911902" y="1306569"/>
                </a:lnTo>
                <a:lnTo>
                  <a:pt x="7898703" y="1309208"/>
                </a:lnTo>
                <a:lnTo>
                  <a:pt x="7894703" y="1308939"/>
                </a:lnTo>
                <a:lnTo>
                  <a:pt x="7872267" y="1308370"/>
                </a:lnTo>
                <a:cubicBezTo>
                  <a:pt x="7886550" y="1330359"/>
                  <a:pt x="7812648" y="1314851"/>
                  <a:pt x="7836454" y="1331265"/>
                </a:cubicBezTo>
                <a:cubicBezTo>
                  <a:pt x="7798907" y="1336933"/>
                  <a:pt x="7831419" y="1351068"/>
                  <a:pt x="7782451" y="1339601"/>
                </a:cubicBezTo>
                <a:cubicBezTo>
                  <a:pt x="7727636" y="1365002"/>
                  <a:pt x="7583002" y="1338768"/>
                  <a:pt x="7542969" y="1372495"/>
                </a:cubicBezTo>
                <a:cubicBezTo>
                  <a:pt x="7546396" y="1360942"/>
                  <a:pt x="7492851" y="1424323"/>
                  <a:pt x="7476832" y="1431655"/>
                </a:cubicBezTo>
                <a:cubicBezTo>
                  <a:pt x="7439619" y="1443703"/>
                  <a:pt x="7425596" y="1454661"/>
                  <a:pt x="7370237" y="1474339"/>
                </a:cubicBezTo>
                <a:cubicBezTo>
                  <a:pt x="7316246" y="1485928"/>
                  <a:pt x="7281903" y="1512712"/>
                  <a:pt x="7222223" y="1510199"/>
                </a:cubicBezTo>
                <a:cubicBezTo>
                  <a:pt x="7221190" y="1514030"/>
                  <a:pt x="7218885" y="1517398"/>
                  <a:pt x="7215703" y="1520424"/>
                </a:cubicBezTo>
                <a:lnTo>
                  <a:pt x="7204548" y="1528145"/>
                </a:lnTo>
                <a:lnTo>
                  <a:pt x="7202038" y="1527954"/>
                </a:lnTo>
                <a:lnTo>
                  <a:pt x="7173860" y="1541605"/>
                </a:lnTo>
                <a:lnTo>
                  <a:pt x="7155079" y="1552495"/>
                </a:lnTo>
                <a:lnTo>
                  <a:pt x="7149757" y="1552732"/>
                </a:lnTo>
                <a:cubicBezTo>
                  <a:pt x="7141378" y="1554948"/>
                  <a:pt x="7115959" y="1563256"/>
                  <a:pt x="7104804" y="1565792"/>
                </a:cubicBezTo>
                <a:cubicBezTo>
                  <a:pt x="7099811" y="1550850"/>
                  <a:pt x="7096935" y="1561973"/>
                  <a:pt x="7082824" y="1567947"/>
                </a:cubicBezTo>
                <a:cubicBezTo>
                  <a:pt x="7071919" y="1546070"/>
                  <a:pt x="7039417" y="1570606"/>
                  <a:pt x="7021520" y="1562334"/>
                </a:cubicBezTo>
                <a:cubicBezTo>
                  <a:pt x="7011400" y="1567217"/>
                  <a:pt x="7000495" y="1571981"/>
                  <a:pt x="6988956" y="1576442"/>
                </a:cubicBezTo>
                <a:lnTo>
                  <a:pt x="6981922" y="1578821"/>
                </a:lnTo>
                <a:lnTo>
                  <a:pt x="6981583" y="1578678"/>
                </a:lnTo>
                <a:cubicBezTo>
                  <a:pt x="6979627" y="1578791"/>
                  <a:pt x="6977153" y="1579421"/>
                  <a:pt x="6973762" y="1580811"/>
                </a:cubicBezTo>
                <a:lnTo>
                  <a:pt x="6969093" y="1583157"/>
                </a:lnTo>
                <a:lnTo>
                  <a:pt x="6890037" y="1575825"/>
                </a:lnTo>
                <a:cubicBezTo>
                  <a:pt x="6849459" y="1579997"/>
                  <a:pt x="6820022" y="1566922"/>
                  <a:pt x="6785054" y="1582200"/>
                </a:cubicBezTo>
                <a:cubicBezTo>
                  <a:pt x="6747047" y="1586037"/>
                  <a:pt x="6712794" y="1582954"/>
                  <a:pt x="6681692" y="1591296"/>
                </a:cubicBezTo>
                <a:cubicBezTo>
                  <a:pt x="6667557" y="1587501"/>
                  <a:pt x="6654822" y="1586753"/>
                  <a:pt x="6644556" y="1595940"/>
                </a:cubicBezTo>
                <a:cubicBezTo>
                  <a:pt x="6608615" y="1597269"/>
                  <a:pt x="6597697" y="1587005"/>
                  <a:pt x="6577106" y="1598261"/>
                </a:cubicBezTo>
                <a:lnTo>
                  <a:pt x="6544183" y="1596149"/>
                </a:lnTo>
                <a:lnTo>
                  <a:pt x="6540921" y="1593857"/>
                </a:lnTo>
                <a:lnTo>
                  <a:pt x="6535046" y="1593283"/>
                </a:lnTo>
                <a:lnTo>
                  <a:pt x="6519853" y="1595771"/>
                </a:lnTo>
                <a:lnTo>
                  <a:pt x="6514280" y="1597376"/>
                </a:lnTo>
                <a:cubicBezTo>
                  <a:pt x="6510385" y="1598232"/>
                  <a:pt x="6507735" y="1598481"/>
                  <a:pt x="6505824" y="1598298"/>
                </a:cubicBezTo>
                <a:lnTo>
                  <a:pt x="6505573" y="1598109"/>
                </a:lnTo>
                <a:lnTo>
                  <a:pt x="6497741" y="1599392"/>
                </a:lnTo>
                <a:cubicBezTo>
                  <a:pt x="6484628" y="1602044"/>
                  <a:pt x="6471968" y="1605085"/>
                  <a:pt x="6459992" y="1608358"/>
                </a:cubicBezTo>
                <a:cubicBezTo>
                  <a:pt x="6447037" y="1597612"/>
                  <a:pt x="6404274" y="1616787"/>
                  <a:pt x="6404572" y="1593771"/>
                </a:cubicBezTo>
                <a:cubicBezTo>
                  <a:pt x="6388277" y="1597519"/>
                  <a:pt x="6380141" y="1607970"/>
                  <a:pt x="6382671" y="1592612"/>
                </a:cubicBezTo>
                <a:lnTo>
                  <a:pt x="6369843" y="1590015"/>
                </a:lnTo>
                <a:lnTo>
                  <a:pt x="6269740" y="1614633"/>
                </a:lnTo>
                <a:lnTo>
                  <a:pt x="6255405" y="1620529"/>
                </a:lnTo>
                <a:cubicBezTo>
                  <a:pt x="6250911" y="1623016"/>
                  <a:pt x="6247090" y="1625968"/>
                  <a:pt x="6244248" y="1629561"/>
                </a:cubicBezTo>
                <a:cubicBezTo>
                  <a:pt x="6188859" y="1618246"/>
                  <a:pt x="6143250" y="1639346"/>
                  <a:pt x="6086396" y="1642666"/>
                </a:cubicBezTo>
                <a:cubicBezTo>
                  <a:pt x="6024311" y="1653696"/>
                  <a:pt x="5889522" y="1686499"/>
                  <a:pt x="5867429" y="1695554"/>
                </a:cubicBezTo>
                <a:cubicBezTo>
                  <a:pt x="5848669" y="1700350"/>
                  <a:pt x="5763994" y="1699795"/>
                  <a:pt x="5772864" y="1689002"/>
                </a:cubicBezTo>
                <a:cubicBezTo>
                  <a:pt x="5718480" y="1716048"/>
                  <a:pt x="5694188" y="1696562"/>
                  <a:pt x="5629833" y="1713273"/>
                </a:cubicBezTo>
                <a:lnTo>
                  <a:pt x="5504771" y="1725744"/>
                </a:lnTo>
                <a:lnTo>
                  <a:pt x="5490967" y="1726367"/>
                </a:lnTo>
                <a:lnTo>
                  <a:pt x="5486015" y="1721481"/>
                </a:lnTo>
                <a:lnTo>
                  <a:pt x="5439364" y="1721349"/>
                </a:lnTo>
                <a:cubicBezTo>
                  <a:pt x="5418850" y="1733129"/>
                  <a:pt x="5381503" y="1725668"/>
                  <a:pt x="5350025" y="1729885"/>
                </a:cubicBezTo>
                <a:lnTo>
                  <a:pt x="5336104" y="1734377"/>
                </a:lnTo>
                <a:lnTo>
                  <a:pt x="5245234" y="1738520"/>
                </a:lnTo>
                <a:lnTo>
                  <a:pt x="5182955" y="1744622"/>
                </a:lnTo>
                <a:lnTo>
                  <a:pt x="5169506" y="1748993"/>
                </a:lnTo>
                <a:lnTo>
                  <a:pt x="5154299" y="1744080"/>
                </a:lnTo>
                <a:cubicBezTo>
                  <a:pt x="5152463" y="1742751"/>
                  <a:pt x="5150989" y="1741283"/>
                  <a:pt x="5149917" y="1739727"/>
                </a:cubicBezTo>
                <a:lnTo>
                  <a:pt x="5100319" y="1745797"/>
                </a:lnTo>
                <a:lnTo>
                  <a:pt x="5094361" y="1745767"/>
                </a:lnTo>
                <a:lnTo>
                  <a:pt x="5053410" y="1742790"/>
                </a:lnTo>
                <a:lnTo>
                  <a:pt x="4992711" y="1734075"/>
                </a:lnTo>
                <a:cubicBezTo>
                  <a:pt x="4972764" y="1728527"/>
                  <a:pt x="4955480" y="1708667"/>
                  <a:pt x="4930098" y="1717312"/>
                </a:cubicBezTo>
                <a:cubicBezTo>
                  <a:pt x="4936142" y="1706767"/>
                  <a:pt x="4900350" y="1719438"/>
                  <a:pt x="4893834" y="1710028"/>
                </a:cubicBezTo>
                <a:cubicBezTo>
                  <a:pt x="4890113" y="1702277"/>
                  <a:pt x="4878389" y="1704314"/>
                  <a:pt x="4868730" y="1702384"/>
                </a:cubicBezTo>
                <a:cubicBezTo>
                  <a:pt x="4860577" y="1694955"/>
                  <a:pt x="4813519" y="1692594"/>
                  <a:pt x="4797925" y="1695535"/>
                </a:cubicBezTo>
                <a:cubicBezTo>
                  <a:pt x="4754973" y="1708626"/>
                  <a:pt x="4712186" y="1679830"/>
                  <a:pt x="4677670" y="1689453"/>
                </a:cubicBezTo>
                <a:cubicBezTo>
                  <a:pt x="4650390" y="1686902"/>
                  <a:pt x="4641786" y="1682702"/>
                  <a:pt x="4634248" y="1680227"/>
                </a:cubicBezTo>
                <a:lnTo>
                  <a:pt x="4632434" y="1674607"/>
                </a:lnTo>
                <a:lnTo>
                  <a:pt x="4619204" y="1672507"/>
                </a:lnTo>
                <a:lnTo>
                  <a:pt x="4616283" y="1670977"/>
                </a:lnTo>
                <a:cubicBezTo>
                  <a:pt x="4610716" y="1668036"/>
                  <a:pt x="4605090" y="1665277"/>
                  <a:pt x="4598926" y="1663178"/>
                </a:cubicBezTo>
                <a:cubicBezTo>
                  <a:pt x="4588025" y="1686237"/>
                  <a:pt x="4544698" y="1649138"/>
                  <a:pt x="4547069" y="1670642"/>
                </a:cubicBezTo>
                <a:lnTo>
                  <a:pt x="4523516" y="1669785"/>
                </a:lnTo>
                <a:lnTo>
                  <a:pt x="4500586" y="1675912"/>
                </a:lnTo>
                <a:lnTo>
                  <a:pt x="4488196" y="1683463"/>
                </a:lnTo>
                <a:lnTo>
                  <a:pt x="4445463" y="1695634"/>
                </a:lnTo>
                <a:lnTo>
                  <a:pt x="4446550" y="1680538"/>
                </a:lnTo>
                <a:lnTo>
                  <a:pt x="4365375" y="1697935"/>
                </a:lnTo>
                <a:lnTo>
                  <a:pt x="4305123" y="1714185"/>
                </a:lnTo>
                <a:lnTo>
                  <a:pt x="4292665" y="1720703"/>
                </a:lnTo>
                <a:lnTo>
                  <a:pt x="4276789" y="1718367"/>
                </a:lnTo>
                <a:cubicBezTo>
                  <a:pt x="4274740" y="1717359"/>
                  <a:pt x="4273021" y="1716157"/>
                  <a:pt x="4271683" y="1714801"/>
                </a:cubicBezTo>
                <a:lnTo>
                  <a:pt x="4223918" y="1728936"/>
                </a:lnTo>
                <a:lnTo>
                  <a:pt x="4218039" y="1729885"/>
                </a:lnTo>
                <a:lnTo>
                  <a:pt x="4177153" y="1733691"/>
                </a:lnTo>
                <a:lnTo>
                  <a:pt x="4051032" y="1728886"/>
                </a:lnTo>
                <a:cubicBezTo>
                  <a:pt x="4055072" y="1717510"/>
                  <a:pt x="4022108" y="1735873"/>
                  <a:pt x="4013978" y="1727679"/>
                </a:cubicBezTo>
                <a:cubicBezTo>
                  <a:pt x="4008905" y="1720660"/>
                  <a:pt x="3997723" y="1724594"/>
                  <a:pt x="3987857" y="1724282"/>
                </a:cubicBezTo>
                <a:cubicBezTo>
                  <a:pt x="3978476" y="1718309"/>
                  <a:pt x="3931683" y="1723723"/>
                  <a:pt x="3916852" y="1729184"/>
                </a:cubicBezTo>
                <a:cubicBezTo>
                  <a:pt x="3876910" y="1749138"/>
                  <a:pt x="3829523" y="1727824"/>
                  <a:pt x="3797263" y="1742976"/>
                </a:cubicBezTo>
                <a:cubicBezTo>
                  <a:pt x="3769922" y="1744951"/>
                  <a:pt x="3760682" y="1742230"/>
                  <a:pt x="3752806" y="1741033"/>
                </a:cubicBezTo>
                <a:lnTo>
                  <a:pt x="3749997" y="1735799"/>
                </a:lnTo>
                <a:lnTo>
                  <a:pt x="3736582" y="1735907"/>
                </a:lnTo>
                <a:lnTo>
                  <a:pt x="3733428" y="1734881"/>
                </a:lnTo>
                <a:cubicBezTo>
                  <a:pt x="3727408" y="1732899"/>
                  <a:pt x="3721365" y="1731108"/>
                  <a:pt x="3714911" y="1730056"/>
                </a:cubicBezTo>
                <a:cubicBezTo>
                  <a:pt x="3708355" y="1754554"/>
                  <a:pt x="3658933" y="1725152"/>
                  <a:pt x="3665172" y="1745936"/>
                </a:cubicBezTo>
                <a:cubicBezTo>
                  <a:pt x="3628569" y="1744420"/>
                  <a:pt x="3583742" y="1775884"/>
                  <a:pt x="3552006" y="1755220"/>
                </a:cubicBezTo>
                <a:cubicBezTo>
                  <a:pt x="3497522" y="1758390"/>
                  <a:pt x="3448310" y="1757433"/>
                  <a:pt x="3390301" y="1762546"/>
                </a:cubicBezTo>
                <a:cubicBezTo>
                  <a:pt x="3345266" y="1774524"/>
                  <a:pt x="3297039" y="1758531"/>
                  <a:pt x="3264312" y="1774620"/>
                </a:cubicBezTo>
                <a:cubicBezTo>
                  <a:pt x="3212634" y="1771139"/>
                  <a:pt x="3147905" y="1780248"/>
                  <a:pt x="3106901" y="1804264"/>
                </a:cubicBezTo>
                <a:cubicBezTo>
                  <a:pt x="3051355" y="1805490"/>
                  <a:pt x="3041708" y="1820368"/>
                  <a:pt x="2993303" y="1806542"/>
                </a:cubicBezTo>
                <a:cubicBezTo>
                  <a:pt x="2989182" y="1810139"/>
                  <a:pt x="2984377" y="1813039"/>
                  <a:pt x="2979115" y="1815432"/>
                </a:cubicBezTo>
                <a:lnTo>
                  <a:pt x="2963118" y="1820962"/>
                </a:lnTo>
                <a:lnTo>
                  <a:pt x="2961156" y="1820297"/>
                </a:lnTo>
                <a:lnTo>
                  <a:pt x="2925719" y="1828468"/>
                </a:lnTo>
                <a:lnTo>
                  <a:pt x="2857951" y="1842496"/>
                </a:lnTo>
                <a:lnTo>
                  <a:pt x="2857427" y="1841591"/>
                </a:lnTo>
                <a:cubicBezTo>
                  <a:pt x="2855386" y="1839734"/>
                  <a:pt x="2852250" y="1838690"/>
                  <a:pt x="2846731" y="1839316"/>
                </a:cubicBezTo>
                <a:cubicBezTo>
                  <a:pt x="2855175" y="1823564"/>
                  <a:pt x="2843311" y="1834035"/>
                  <a:pt x="2826290" y="1837274"/>
                </a:cubicBezTo>
                <a:cubicBezTo>
                  <a:pt x="2835609" y="1813530"/>
                  <a:pt x="2787284" y="1831665"/>
                  <a:pt x="2779146" y="1820071"/>
                </a:cubicBezTo>
                <a:cubicBezTo>
                  <a:pt x="2766432" y="1822985"/>
                  <a:pt x="2753158" y="1825635"/>
                  <a:pt x="2739608" y="1827861"/>
                </a:cubicBezTo>
                <a:lnTo>
                  <a:pt x="2731631" y="1828881"/>
                </a:lnTo>
                <a:cubicBezTo>
                  <a:pt x="2731575" y="1828813"/>
                  <a:pt x="2731521" y="1828744"/>
                  <a:pt x="2731464" y="1828677"/>
                </a:cubicBezTo>
                <a:cubicBezTo>
                  <a:pt x="2729715" y="1828415"/>
                  <a:pt x="2727085" y="1828569"/>
                  <a:pt x="2723037" y="1829303"/>
                </a:cubicBezTo>
                <a:lnTo>
                  <a:pt x="2701616" y="1832725"/>
                </a:lnTo>
                <a:lnTo>
                  <a:pt x="2696239" y="1831904"/>
                </a:lnTo>
                <a:lnTo>
                  <a:pt x="2663445" y="1825958"/>
                </a:lnTo>
                <a:cubicBezTo>
                  <a:pt x="2641260" y="1825904"/>
                  <a:pt x="2595040" y="1827674"/>
                  <a:pt x="2560925" y="1829094"/>
                </a:cubicBezTo>
                <a:cubicBezTo>
                  <a:pt x="2527977" y="1836499"/>
                  <a:pt x="2496507" y="1831991"/>
                  <a:pt x="2458739" y="1834479"/>
                </a:cubicBezTo>
                <a:cubicBezTo>
                  <a:pt x="2419379" y="1848893"/>
                  <a:pt x="2396428" y="1834257"/>
                  <a:pt x="2356074" y="1836991"/>
                </a:cubicBezTo>
                <a:cubicBezTo>
                  <a:pt x="2323435" y="1857644"/>
                  <a:pt x="2325610" y="1826053"/>
                  <a:pt x="2304241" y="1822021"/>
                </a:cubicBezTo>
                <a:lnTo>
                  <a:pt x="2298362" y="1822125"/>
                </a:lnTo>
                <a:lnTo>
                  <a:pt x="2283527" y="1826361"/>
                </a:lnTo>
                <a:lnTo>
                  <a:pt x="2278150" y="1828604"/>
                </a:lnTo>
                <a:cubicBezTo>
                  <a:pt x="2274371" y="1829907"/>
                  <a:pt x="2271762" y="1830461"/>
                  <a:pt x="2269853" y="1830502"/>
                </a:cubicBezTo>
                <a:lnTo>
                  <a:pt x="2269585" y="1830341"/>
                </a:lnTo>
                <a:lnTo>
                  <a:pt x="2225332" y="1845825"/>
                </a:lnTo>
                <a:cubicBezTo>
                  <a:pt x="2211505" y="1836594"/>
                  <a:pt x="2170867" y="1860661"/>
                  <a:pt x="2169048" y="1837658"/>
                </a:cubicBezTo>
                <a:cubicBezTo>
                  <a:pt x="2153238" y="1843278"/>
                  <a:pt x="2146132" y="1854645"/>
                  <a:pt x="2147231" y="1839027"/>
                </a:cubicBezTo>
                <a:cubicBezTo>
                  <a:pt x="2141901" y="1840465"/>
                  <a:pt x="2138205" y="1840014"/>
                  <a:pt x="2135241" y="1838652"/>
                </a:cubicBezTo>
                <a:lnTo>
                  <a:pt x="2099215" y="1850768"/>
                </a:lnTo>
                <a:lnTo>
                  <a:pt x="2094046" y="1850806"/>
                </a:lnTo>
                <a:lnTo>
                  <a:pt x="2071850" y="1861319"/>
                </a:lnTo>
                <a:lnTo>
                  <a:pt x="2039607" y="1874318"/>
                </a:lnTo>
                <a:lnTo>
                  <a:pt x="2037289" y="1874025"/>
                </a:lnTo>
                <a:lnTo>
                  <a:pt x="2023615" y="1881562"/>
                </a:lnTo>
                <a:cubicBezTo>
                  <a:pt x="2019390" y="1884562"/>
                  <a:pt x="1959668" y="1894795"/>
                  <a:pt x="1957176" y="1898709"/>
                </a:cubicBezTo>
                <a:cubicBezTo>
                  <a:pt x="1901224" y="1893805"/>
                  <a:pt x="1914145" y="1913274"/>
                  <a:pt x="1858081" y="1923144"/>
                </a:cubicBezTo>
                <a:cubicBezTo>
                  <a:pt x="1819487" y="1923227"/>
                  <a:pt x="1798952" y="1929741"/>
                  <a:pt x="1738865" y="1944965"/>
                </a:cubicBezTo>
                <a:cubicBezTo>
                  <a:pt x="1698633" y="1955957"/>
                  <a:pt x="1670491" y="1978862"/>
                  <a:pt x="1616692" y="1989107"/>
                </a:cubicBezTo>
                <a:cubicBezTo>
                  <a:pt x="1565257" y="2022368"/>
                  <a:pt x="1474172" y="2022156"/>
                  <a:pt x="1411898" y="2046254"/>
                </a:cubicBezTo>
                <a:cubicBezTo>
                  <a:pt x="1380237" y="2035952"/>
                  <a:pt x="1386648" y="2042292"/>
                  <a:pt x="1375780" y="2047961"/>
                </a:cubicBezTo>
                <a:cubicBezTo>
                  <a:pt x="1375756" y="2047968"/>
                  <a:pt x="1375731" y="2047974"/>
                  <a:pt x="1375707" y="2047981"/>
                </a:cubicBezTo>
                <a:lnTo>
                  <a:pt x="1285585" y="2047113"/>
                </a:lnTo>
                <a:cubicBezTo>
                  <a:pt x="1279541" y="2043453"/>
                  <a:pt x="1272537" y="2040974"/>
                  <a:pt x="1263658" y="2041397"/>
                </a:cubicBezTo>
                <a:cubicBezTo>
                  <a:pt x="1212454" y="2058890"/>
                  <a:pt x="1258499" y="2026611"/>
                  <a:pt x="1170403" y="2033399"/>
                </a:cubicBezTo>
                <a:cubicBezTo>
                  <a:pt x="1166530" y="2036274"/>
                  <a:pt x="1154254" y="2033463"/>
                  <a:pt x="1153718" y="2029576"/>
                </a:cubicBezTo>
                <a:cubicBezTo>
                  <a:pt x="1148486" y="2030819"/>
                  <a:pt x="1137980" y="2038354"/>
                  <a:pt x="1133937" y="2032149"/>
                </a:cubicBezTo>
                <a:cubicBezTo>
                  <a:pt x="1104720" y="2031606"/>
                  <a:pt x="1077532" y="2035424"/>
                  <a:pt x="1054999" y="2043242"/>
                </a:cubicBezTo>
                <a:cubicBezTo>
                  <a:pt x="1024875" y="2038090"/>
                  <a:pt x="1020473" y="2042711"/>
                  <a:pt x="1018405" y="2048281"/>
                </a:cubicBezTo>
                <a:lnTo>
                  <a:pt x="1016563" y="2051718"/>
                </a:lnTo>
                <a:lnTo>
                  <a:pt x="1008284" y="2046742"/>
                </a:lnTo>
                <a:cubicBezTo>
                  <a:pt x="999244" y="2043620"/>
                  <a:pt x="990505" y="2044937"/>
                  <a:pt x="981974" y="2048363"/>
                </a:cubicBezTo>
                <a:lnTo>
                  <a:pt x="971903" y="2053484"/>
                </a:lnTo>
                <a:lnTo>
                  <a:pt x="954015" y="2052529"/>
                </a:lnTo>
                <a:cubicBezTo>
                  <a:pt x="931960" y="2051365"/>
                  <a:pt x="861352" y="2046214"/>
                  <a:pt x="839571" y="2046509"/>
                </a:cubicBezTo>
                <a:lnTo>
                  <a:pt x="823321" y="2054296"/>
                </a:lnTo>
                <a:lnTo>
                  <a:pt x="800990" y="2051523"/>
                </a:lnTo>
                <a:cubicBezTo>
                  <a:pt x="790723" y="2052171"/>
                  <a:pt x="782268" y="2055403"/>
                  <a:pt x="776439" y="2062634"/>
                </a:cubicBezTo>
                <a:cubicBezTo>
                  <a:pt x="773155" y="2056184"/>
                  <a:pt x="769593" y="2059253"/>
                  <a:pt x="763041" y="2063995"/>
                </a:cubicBezTo>
                <a:lnTo>
                  <a:pt x="757863" y="2065877"/>
                </a:lnTo>
                <a:lnTo>
                  <a:pt x="745053" y="2051831"/>
                </a:lnTo>
                <a:lnTo>
                  <a:pt x="722609" y="2049504"/>
                </a:lnTo>
                <a:lnTo>
                  <a:pt x="717618" y="2042131"/>
                </a:lnTo>
                <a:lnTo>
                  <a:pt x="703285" y="2046808"/>
                </a:lnTo>
                <a:cubicBezTo>
                  <a:pt x="698219" y="2048137"/>
                  <a:pt x="690058" y="2049926"/>
                  <a:pt x="680199" y="2051947"/>
                </a:cubicBezTo>
                <a:lnTo>
                  <a:pt x="667351" y="2054469"/>
                </a:lnTo>
                <a:lnTo>
                  <a:pt x="660961" y="2049404"/>
                </a:lnTo>
                <a:lnTo>
                  <a:pt x="638282" y="2060093"/>
                </a:lnTo>
                <a:lnTo>
                  <a:pt x="583551" y="2070197"/>
                </a:lnTo>
                <a:cubicBezTo>
                  <a:pt x="569268" y="2091365"/>
                  <a:pt x="529124" y="2053106"/>
                  <a:pt x="525274" y="2079137"/>
                </a:cubicBezTo>
                <a:cubicBezTo>
                  <a:pt x="506495" y="2056498"/>
                  <a:pt x="440091" y="2069666"/>
                  <a:pt x="405635" y="2059339"/>
                </a:cubicBezTo>
                <a:cubicBezTo>
                  <a:pt x="397410" y="2069278"/>
                  <a:pt x="294416" y="2032966"/>
                  <a:pt x="281555" y="2022847"/>
                </a:cubicBezTo>
                <a:cubicBezTo>
                  <a:pt x="171589" y="1986245"/>
                  <a:pt x="126791" y="1985528"/>
                  <a:pt x="98513" y="1969504"/>
                </a:cubicBezTo>
                <a:cubicBezTo>
                  <a:pt x="85544" y="1965247"/>
                  <a:pt x="73324" y="1958000"/>
                  <a:pt x="56191" y="1950709"/>
                </a:cubicBezTo>
                <a:lnTo>
                  <a:pt x="0" y="19357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C75836F-94AA-AAEE-3F5E-FA2C418478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7036" y="548640"/>
            <a:ext cx="9543405" cy="1188720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SQL Server Poor Performance</a:t>
            </a: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142DCE2C-2863-46FA-9BE7-24365A24D9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24586" y="5970896"/>
            <a:ext cx="9967416" cy="887104"/>
          </a:xfrm>
          <a:custGeom>
            <a:avLst/>
            <a:gdLst>
              <a:gd name="connsiteX0" fmla="*/ 4686423 w 9517857"/>
              <a:gd name="connsiteY0" fmla="*/ 247919 h 918356"/>
              <a:gd name="connsiteX1" fmla="*/ 4689051 w 9517857"/>
              <a:gd name="connsiteY1" fmla="*/ 250968 h 918356"/>
              <a:gd name="connsiteX2" fmla="*/ 4687244 w 9517857"/>
              <a:gd name="connsiteY2" fmla="*/ 251298 h 918356"/>
              <a:gd name="connsiteX3" fmla="*/ 4685225 w 9517857"/>
              <a:gd name="connsiteY3" fmla="*/ 246530 h 918356"/>
              <a:gd name="connsiteX4" fmla="*/ 4686133 w 9517857"/>
              <a:gd name="connsiteY4" fmla="*/ 246727 h 918356"/>
              <a:gd name="connsiteX5" fmla="*/ 4686423 w 9517857"/>
              <a:gd name="connsiteY5" fmla="*/ 247919 h 918356"/>
              <a:gd name="connsiteX6" fmla="*/ 9517856 w 9517857"/>
              <a:gd name="connsiteY6" fmla="*/ 0 h 918356"/>
              <a:gd name="connsiteX7" fmla="*/ 9517857 w 9517857"/>
              <a:gd name="connsiteY7" fmla="*/ 12 h 918356"/>
              <a:gd name="connsiteX8" fmla="*/ 9517857 w 9517857"/>
              <a:gd name="connsiteY8" fmla="*/ 918356 h 918356"/>
              <a:gd name="connsiteX9" fmla="*/ 14604 w 9517857"/>
              <a:gd name="connsiteY9" fmla="*/ 918356 h 918356"/>
              <a:gd name="connsiteX10" fmla="*/ 12841 w 9517857"/>
              <a:gd name="connsiteY10" fmla="*/ 917763 h 918356"/>
              <a:gd name="connsiteX11" fmla="*/ 93 w 9517857"/>
              <a:gd name="connsiteY11" fmla="*/ 912471 h 918356"/>
              <a:gd name="connsiteX12" fmla="*/ 58674 w 9517857"/>
              <a:gd name="connsiteY12" fmla="*/ 890322 h 918356"/>
              <a:gd name="connsiteX13" fmla="*/ 275005 w 9517857"/>
              <a:gd name="connsiteY13" fmla="*/ 807229 h 918356"/>
              <a:gd name="connsiteX14" fmla="*/ 587824 w 9517857"/>
              <a:gd name="connsiteY14" fmla="*/ 798195 h 918356"/>
              <a:gd name="connsiteX15" fmla="*/ 651826 w 9517857"/>
              <a:gd name="connsiteY15" fmla="*/ 738338 h 918356"/>
              <a:gd name="connsiteX16" fmla="*/ 727985 w 9517857"/>
              <a:gd name="connsiteY16" fmla="*/ 719826 h 918356"/>
              <a:gd name="connsiteX17" fmla="*/ 778982 w 9517857"/>
              <a:gd name="connsiteY17" fmla="*/ 710142 h 918356"/>
              <a:gd name="connsiteX18" fmla="*/ 849944 w 9517857"/>
              <a:gd name="connsiteY18" fmla="*/ 717987 h 918356"/>
              <a:gd name="connsiteX19" fmla="*/ 921659 w 9517857"/>
              <a:gd name="connsiteY19" fmla="*/ 712695 h 918356"/>
              <a:gd name="connsiteX20" fmla="*/ 930946 w 9517857"/>
              <a:gd name="connsiteY20" fmla="*/ 734046 h 918356"/>
              <a:gd name="connsiteX21" fmla="*/ 986250 w 9517857"/>
              <a:gd name="connsiteY21" fmla="*/ 713530 h 918356"/>
              <a:gd name="connsiteX22" fmla="*/ 1013752 w 9517857"/>
              <a:gd name="connsiteY22" fmla="*/ 713361 h 918356"/>
              <a:gd name="connsiteX23" fmla="*/ 1023734 w 9517857"/>
              <a:gd name="connsiteY23" fmla="*/ 718571 h 918356"/>
              <a:gd name="connsiteX24" fmla="*/ 1063207 w 9517857"/>
              <a:gd name="connsiteY24" fmla="*/ 715651 h 918356"/>
              <a:gd name="connsiteX25" fmla="*/ 1081980 w 9517857"/>
              <a:gd name="connsiteY25" fmla="*/ 738455 h 918356"/>
              <a:gd name="connsiteX26" fmla="*/ 1218120 w 9517857"/>
              <a:gd name="connsiteY26" fmla="*/ 713280 h 918356"/>
              <a:gd name="connsiteX27" fmla="*/ 1397459 w 9517857"/>
              <a:gd name="connsiteY27" fmla="*/ 691190 h 918356"/>
              <a:gd name="connsiteX28" fmla="*/ 1580688 w 9517857"/>
              <a:gd name="connsiteY28" fmla="*/ 693697 h 918356"/>
              <a:gd name="connsiteX29" fmla="*/ 1772334 w 9517857"/>
              <a:gd name="connsiteY29" fmla="*/ 710640 h 918356"/>
              <a:gd name="connsiteX30" fmla="*/ 2002561 w 9517857"/>
              <a:gd name="connsiteY30" fmla="*/ 659917 h 918356"/>
              <a:gd name="connsiteX31" fmla="*/ 2135144 w 9517857"/>
              <a:gd name="connsiteY31" fmla="*/ 636501 h 918356"/>
              <a:gd name="connsiteX32" fmla="*/ 2440292 w 9517857"/>
              <a:gd name="connsiteY32" fmla="*/ 593862 h 918356"/>
              <a:gd name="connsiteX33" fmla="*/ 2547829 w 9517857"/>
              <a:gd name="connsiteY33" fmla="*/ 566150 h 918356"/>
              <a:gd name="connsiteX34" fmla="*/ 2658055 w 9517857"/>
              <a:gd name="connsiteY34" fmla="*/ 578727 h 918356"/>
              <a:gd name="connsiteX35" fmla="*/ 2693698 w 9517857"/>
              <a:gd name="connsiteY35" fmla="*/ 560029 h 918356"/>
              <a:gd name="connsiteX36" fmla="*/ 2699673 w 9517857"/>
              <a:gd name="connsiteY36" fmla="*/ 556400 h 918356"/>
              <a:gd name="connsiteX37" fmla="*/ 2727306 w 9517857"/>
              <a:gd name="connsiteY37" fmla="*/ 550698 h 918356"/>
              <a:gd name="connsiteX38" fmla="*/ 2730451 w 9517857"/>
              <a:gd name="connsiteY38" fmla="*/ 538058 h 918356"/>
              <a:gd name="connsiteX39" fmla="*/ 2768713 w 9517857"/>
              <a:gd name="connsiteY39" fmla="*/ 521575 h 918356"/>
              <a:gd name="connsiteX40" fmla="*/ 2820868 w 9517857"/>
              <a:gd name="connsiteY40" fmla="*/ 514160 h 918356"/>
              <a:gd name="connsiteX41" fmla="*/ 3073635 w 9517857"/>
              <a:gd name="connsiteY41" fmla="*/ 491294 h 918356"/>
              <a:gd name="connsiteX42" fmla="*/ 3222071 w 9517857"/>
              <a:gd name="connsiteY42" fmla="*/ 470559 h 918356"/>
              <a:gd name="connsiteX43" fmla="*/ 3274069 w 9517857"/>
              <a:gd name="connsiteY43" fmla="*/ 451605 h 918356"/>
              <a:gd name="connsiteX44" fmla="*/ 3349632 w 9517857"/>
              <a:gd name="connsiteY44" fmla="*/ 432583 h 918356"/>
              <a:gd name="connsiteX45" fmla="*/ 3479593 w 9517857"/>
              <a:gd name="connsiteY45" fmla="*/ 390437 h 918356"/>
              <a:gd name="connsiteX46" fmla="*/ 3660110 w 9517857"/>
              <a:gd name="connsiteY46" fmla="*/ 348726 h 918356"/>
              <a:gd name="connsiteX47" fmla="*/ 3750023 w 9517857"/>
              <a:gd name="connsiteY47" fmla="*/ 370678 h 918356"/>
              <a:gd name="connsiteX48" fmla="*/ 3844133 w 9517857"/>
              <a:gd name="connsiteY48" fmla="*/ 360648 h 918356"/>
              <a:gd name="connsiteX49" fmla="*/ 3913545 w 9517857"/>
              <a:gd name="connsiteY49" fmla="*/ 344235 h 918356"/>
              <a:gd name="connsiteX50" fmla="*/ 4266740 w 9517857"/>
              <a:gd name="connsiteY50" fmla="*/ 361454 h 918356"/>
              <a:gd name="connsiteX51" fmla="*/ 4430770 w 9517857"/>
              <a:gd name="connsiteY51" fmla="*/ 342643 h 918356"/>
              <a:gd name="connsiteX52" fmla="*/ 4512664 w 9517857"/>
              <a:gd name="connsiteY52" fmla="*/ 319948 h 918356"/>
              <a:gd name="connsiteX53" fmla="*/ 4616423 w 9517857"/>
              <a:gd name="connsiteY53" fmla="*/ 290914 h 918356"/>
              <a:gd name="connsiteX54" fmla="*/ 4691675 w 9517857"/>
              <a:gd name="connsiteY54" fmla="*/ 254011 h 918356"/>
              <a:gd name="connsiteX55" fmla="*/ 4689051 w 9517857"/>
              <a:gd name="connsiteY55" fmla="*/ 250968 h 918356"/>
              <a:gd name="connsiteX56" fmla="*/ 4719994 w 9517857"/>
              <a:gd name="connsiteY56" fmla="*/ 245307 h 918356"/>
              <a:gd name="connsiteX57" fmla="*/ 4752894 w 9517857"/>
              <a:gd name="connsiteY57" fmla="*/ 239875 h 918356"/>
              <a:gd name="connsiteX58" fmla="*/ 4769329 w 9517857"/>
              <a:gd name="connsiteY58" fmla="*/ 233585 h 918356"/>
              <a:gd name="connsiteX59" fmla="*/ 4775634 w 9517857"/>
              <a:gd name="connsiteY59" fmla="*/ 234063 h 918356"/>
              <a:gd name="connsiteX60" fmla="*/ 4790452 w 9517857"/>
              <a:gd name="connsiteY60" fmla="*/ 233572 h 918356"/>
              <a:gd name="connsiteX61" fmla="*/ 4789062 w 9517857"/>
              <a:gd name="connsiteY61" fmla="*/ 241924 h 918356"/>
              <a:gd name="connsiteX62" fmla="*/ 4827826 w 9517857"/>
              <a:gd name="connsiteY62" fmla="*/ 246977 h 918356"/>
              <a:gd name="connsiteX63" fmla="*/ 4892569 w 9517857"/>
              <a:gd name="connsiteY63" fmla="*/ 249933 h 918356"/>
              <a:gd name="connsiteX64" fmla="*/ 4896611 w 9517857"/>
              <a:gd name="connsiteY64" fmla="*/ 240448 h 918356"/>
              <a:gd name="connsiteX65" fmla="*/ 4917286 w 9517857"/>
              <a:gd name="connsiteY65" fmla="*/ 243659 h 918356"/>
              <a:gd name="connsiteX66" fmla="*/ 4981173 w 9517857"/>
              <a:gd name="connsiteY66" fmla="*/ 247103 h 918356"/>
              <a:gd name="connsiteX67" fmla="*/ 5060397 w 9517857"/>
              <a:gd name="connsiteY67" fmla="*/ 263688 h 918356"/>
              <a:gd name="connsiteX68" fmla="*/ 5252996 w 9517857"/>
              <a:gd name="connsiteY68" fmla="*/ 270655 h 918356"/>
              <a:gd name="connsiteX69" fmla="*/ 5358056 w 9517857"/>
              <a:gd name="connsiteY69" fmla="*/ 247248 h 918356"/>
              <a:gd name="connsiteX70" fmla="*/ 5426496 w 9517857"/>
              <a:gd name="connsiteY70" fmla="*/ 235142 h 918356"/>
              <a:gd name="connsiteX71" fmla="*/ 5497161 w 9517857"/>
              <a:gd name="connsiteY71" fmla="*/ 228808 h 918356"/>
              <a:gd name="connsiteX72" fmla="*/ 5826043 w 9517857"/>
              <a:gd name="connsiteY72" fmla="*/ 148073 h 918356"/>
              <a:gd name="connsiteX73" fmla="*/ 6013415 w 9517857"/>
              <a:gd name="connsiteY73" fmla="*/ 137316 h 918356"/>
              <a:gd name="connsiteX74" fmla="*/ 6080994 w 9517857"/>
              <a:gd name="connsiteY74" fmla="*/ 142938 h 918356"/>
              <a:gd name="connsiteX75" fmla="*/ 6194152 w 9517857"/>
              <a:gd name="connsiteY75" fmla="*/ 151772 h 918356"/>
              <a:gd name="connsiteX76" fmla="*/ 6281379 w 9517857"/>
              <a:gd name="connsiteY76" fmla="*/ 181626 h 918356"/>
              <a:gd name="connsiteX77" fmla="*/ 6374947 w 9517857"/>
              <a:gd name="connsiteY77" fmla="*/ 179799 h 918356"/>
              <a:gd name="connsiteX78" fmla="*/ 6448518 w 9517857"/>
              <a:gd name="connsiteY78" fmla="*/ 164378 h 918356"/>
              <a:gd name="connsiteX79" fmla="*/ 6544700 w 9517857"/>
              <a:gd name="connsiteY79" fmla="*/ 167161 h 918356"/>
              <a:gd name="connsiteX80" fmla="*/ 6648353 w 9517857"/>
              <a:gd name="connsiteY80" fmla="*/ 172250 h 918356"/>
              <a:gd name="connsiteX81" fmla="*/ 6736227 w 9517857"/>
              <a:gd name="connsiteY81" fmla="*/ 173216 h 918356"/>
              <a:gd name="connsiteX82" fmla="*/ 6977218 w 9517857"/>
              <a:gd name="connsiteY82" fmla="*/ 184289 h 918356"/>
              <a:gd name="connsiteX83" fmla="*/ 7065221 w 9517857"/>
              <a:gd name="connsiteY83" fmla="*/ 227531 h 918356"/>
              <a:gd name="connsiteX84" fmla="*/ 7366876 w 9517857"/>
              <a:gd name="connsiteY84" fmla="*/ 248468 h 918356"/>
              <a:gd name="connsiteX85" fmla="*/ 7565449 w 9517857"/>
              <a:gd name="connsiteY85" fmla="*/ 258950 h 918356"/>
              <a:gd name="connsiteX86" fmla="*/ 7599285 w 9517857"/>
              <a:gd name="connsiteY86" fmla="*/ 266021 h 918356"/>
              <a:gd name="connsiteX87" fmla="*/ 7644411 w 9517857"/>
              <a:gd name="connsiteY87" fmla="*/ 258986 h 918356"/>
              <a:gd name="connsiteX88" fmla="*/ 7825110 w 9517857"/>
              <a:gd name="connsiteY88" fmla="*/ 229109 h 918356"/>
              <a:gd name="connsiteX89" fmla="*/ 7965804 w 9517857"/>
              <a:gd name="connsiteY89" fmla="*/ 190545 h 918356"/>
              <a:gd name="connsiteX90" fmla="*/ 8147401 w 9517857"/>
              <a:gd name="connsiteY90" fmla="*/ 205617 h 918356"/>
              <a:gd name="connsiteX91" fmla="*/ 8256033 w 9517857"/>
              <a:gd name="connsiteY91" fmla="*/ 193713 h 918356"/>
              <a:gd name="connsiteX92" fmla="*/ 8410677 w 9517857"/>
              <a:gd name="connsiteY92" fmla="*/ 172167 h 918356"/>
              <a:gd name="connsiteX93" fmla="*/ 8617841 w 9517857"/>
              <a:gd name="connsiteY93" fmla="*/ 155167 h 918356"/>
              <a:gd name="connsiteX94" fmla="*/ 8715976 w 9517857"/>
              <a:gd name="connsiteY94" fmla="*/ 178374 h 918356"/>
              <a:gd name="connsiteX95" fmla="*/ 8778827 w 9517857"/>
              <a:gd name="connsiteY95" fmla="*/ 172936 h 918356"/>
              <a:gd name="connsiteX96" fmla="*/ 8840778 w 9517857"/>
              <a:gd name="connsiteY96" fmla="*/ 143149 h 918356"/>
              <a:gd name="connsiteX97" fmla="*/ 9010380 w 9517857"/>
              <a:gd name="connsiteY97" fmla="*/ 91891 h 918356"/>
              <a:gd name="connsiteX98" fmla="*/ 9110856 w 9517857"/>
              <a:gd name="connsiteY98" fmla="*/ 70997 h 918356"/>
              <a:gd name="connsiteX99" fmla="*/ 9268817 w 9517857"/>
              <a:gd name="connsiteY99" fmla="*/ 53082 h 918356"/>
              <a:gd name="connsiteX100" fmla="*/ 9316667 w 9517857"/>
              <a:gd name="connsiteY100" fmla="*/ 45047 h 918356"/>
              <a:gd name="connsiteX101" fmla="*/ 9428209 w 9517857"/>
              <a:gd name="connsiteY101" fmla="*/ 29923 h 9183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9517857" h="918356">
                <a:moveTo>
                  <a:pt x="4686423" y="247919"/>
                </a:moveTo>
                <a:lnTo>
                  <a:pt x="4689051" y="250968"/>
                </a:lnTo>
                <a:lnTo>
                  <a:pt x="4687244" y="251298"/>
                </a:lnTo>
                <a:close/>
                <a:moveTo>
                  <a:pt x="4685225" y="246530"/>
                </a:moveTo>
                <a:cubicBezTo>
                  <a:pt x="4688837" y="243198"/>
                  <a:pt x="4687468" y="244598"/>
                  <a:pt x="4686133" y="246727"/>
                </a:cubicBezTo>
                <a:lnTo>
                  <a:pt x="4686423" y="247919"/>
                </a:lnTo>
                <a:close/>
                <a:moveTo>
                  <a:pt x="9517856" y="0"/>
                </a:moveTo>
                <a:lnTo>
                  <a:pt x="9517857" y="12"/>
                </a:lnTo>
                <a:lnTo>
                  <a:pt x="9517857" y="918356"/>
                </a:lnTo>
                <a:lnTo>
                  <a:pt x="14604" y="918356"/>
                </a:lnTo>
                <a:lnTo>
                  <a:pt x="12841" y="917763"/>
                </a:lnTo>
                <a:cubicBezTo>
                  <a:pt x="4532" y="914864"/>
                  <a:pt x="-773" y="912807"/>
                  <a:pt x="93" y="912471"/>
                </a:cubicBezTo>
                <a:cubicBezTo>
                  <a:pt x="172" y="912298"/>
                  <a:pt x="58594" y="890495"/>
                  <a:pt x="58674" y="890322"/>
                </a:cubicBezTo>
                <a:cubicBezTo>
                  <a:pt x="127436" y="929614"/>
                  <a:pt x="206243" y="828226"/>
                  <a:pt x="275005" y="807229"/>
                </a:cubicBezTo>
                <a:cubicBezTo>
                  <a:pt x="303983" y="806087"/>
                  <a:pt x="504960" y="777375"/>
                  <a:pt x="587824" y="798195"/>
                </a:cubicBezTo>
                <a:cubicBezTo>
                  <a:pt x="598733" y="769348"/>
                  <a:pt x="682904" y="785924"/>
                  <a:pt x="651826" y="738338"/>
                </a:cubicBezTo>
                <a:cubicBezTo>
                  <a:pt x="688440" y="737862"/>
                  <a:pt x="753255" y="750396"/>
                  <a:pt x="727985" y="719826"/>
                </a:cubicBezTo>
                <a:cubicBezTo>
                  <a:pt x="739648" y="718749"/>
                  <a:pt x="775717" y="715087"/>
                  <a:pt x="778982" y="710142"/>
                </a:cubicBezTo>
                <a:cubicBezTo>
                  <a:pt x="779189" y="709407"/>
                  <a:pt x="849736" y="718721"/>
                  <a:pt x="849944" y="717987"/>
                </a:cubicBezTo>
                <a:lnTo>
                  <a:pt x="921659" y="712695"/>
                </a:lnTo>
                <a:lnTo>
                  <a:pt x="930946" y="734046"/>
                </a:lnTo>
                <a:lnTo>
                  <a:pt x="986250" y="713530"/>
                </a:lnTo>
                <a:lnTo>
                  <a:pt x="1013752" y="713361"/>
                </a:lnTo>
                <a:lnTo>
                  <a:pt x="1023734" y="718571"/>
                </a:lnTo>
                <a:cubicBezTo>
                  <a:pt x="1033291" y="721276"/>
                  <a:pt x="1045398" y="721394"/>
                  <a:pt x="1063207" y="715651"/>
                </a:cubicBezTo>
                <a:lnTo>
                  <a:pt x="1081980" y="738455"/>
                </a:lnTo>
                <a:lnTo>
                  <a:pt x="1218120" y="713280"/>
                </a:lnTo>
                <a:cubicBezTo>
                  <a:pt x="1230137" y="716162"/>
                  <a:pt x="1387179" y="685179"/>
                  <a:pt x="1397459" y="691190"/>
                </a:cubicBezTo>
                <a:cubicBezTo>
                  <a:pt x="1490025" y="704984"/>
                  <a:pt x="1465878" y="715604"/>
                  <a:pt x="1580688" y="693697"/>
                </a:cubicBezTo>
                <a:cubicBezTo>
                  <a:pt x="1607067" y="704379"/>
                  <a:pt x="1719477" y="658239"/>
                  <a:pt x="1772334" y="710640"/>
                </a:cubicBezTo>
                <a:cubicBezTo>
                  <a:pt x="1745536" y="644824"/>
                  <a:pt x="1976078" y="716436"/>
                  <a:pt x="2002561" y="659917"/>
                </a:cubicBezTo>
                <a:cubicBezTo>
                  <a:pt x="2045346" y="660357"/>
                  <a:pt x="2166676" y="654391"/>
                  <a:pt x="2135144" y="636501"/>
                </a:cubicBezTo>
                <a:cubicBezTo>
                  <a:pt x="2276591" y="665055"/>
                  <a:pt x="2293173" y="591792"/>
                  <a:pt x="2440292" y="593862"/>
                </a:cubicBezTo>
                <a:cubicBezTo>
                  <a:pt x="2495160" y="534824"/>
                  <a:pt x="2473343" y="585644"/>
                  <a:pt x="2547829" y="566150"/>
                </a:cubicBezTo>
                <a:cubicBezTo>
                  <a:pt x="2545438" y="614169"/>
                  <a:pt x="2632278" y="528280"/>
                  <a:pt x="2658055" y="578727"/>
                </a:cubicBezTo>
                <a:cubicBezTo>
                  <a:pt x="2670795" y="573581"/>
                  <a:pt x="2682322" y="567005"/>
                  <a:pt x="2693698" y="560029"/>
                </a:cubicBezTo>
                <a:lnTo>
                  <a:pt x="2699673" y="556400"/>
                </a:lnTo>
                <a:lnTo>
                  <a:pt x="2727306" y="550698"/>
                </a:lnTo>
                <a:lnTo>
                  <a:pt x="2730451" y="538058"/>
                </a:lnTo>
                <a:lnTo>
                  <a:pt x="2768713" y="521575"/>
                </a:lnTo>
                <a:cubicBezTo>
                  <a:pt x="2783756" y="517104"/>
                  <a:pt x="2800788" y="514291"/>
                  <a:pt x="2820868" y="514160"/>
                </a:cubicBezTo>
                <a:cubicBezTo>
                  <a:pt x="2894791" y="532885"/>
                  <a:pt x="2981506" y="465507"/>
                  <a:pt x="3073635" y="491294"/>
                </a:cubicBezTo>
                <a:cubicBezTo>
                  <a:pt x="3106872" y="496624"/>
                  <a:pt x="3205785" y="487718"/>
                  <a:pt x="3222071" y="470559"/>
                </a:cubicBezTo>
                <a:cubicBezTo>
                  <a:pt x="3242193" y="465514"/>
                  <a:pt x="3267163" y="469136"/>
                  <a:pt x="3274069" y="451605"/>
                </a:cubicBezTo>
                <a:cubicBezTo>
                  <a:pt x="3286659" y="430165"/>
                  <a:pt x="3363648" y="455571"/>
                  <a:pt x="3349632" y="432583"/>
                </a:cubicBezTo>
                <a:cubicBezTo>
                  <a:pt x="3404182" y="449847"/>
                  <a:pt x="3438210" y="404323"/>
                  <a:pt x="3479593" y="390437"/>
                </a:cubicBezTo>
                <a:cubicBezTo>
                  <a:pt x="3523240" y="408403"/>
                  <a:pt x="3567027" y="361554"/>
                  <a:pt x="3660110" y="348726"/>
                </a:cubicBezTo>
                <a:cubicBezTo>
                  <a:pt x="3708299" y="369683"/>
                  <a:pt x="3662447" y="344775"/>
                  <a:pt x="3750023" y="370678"/>
                </a:cubicBezTo>
                <a:cubicBezTo>
                  <a:pt x="3752092" y="367132"/>
                  <a:pt x="3816880" y="365055"/>
                  <a:pt x="3844133" y="360648"/>
                </a:cubicBezTo>
                <a:cubicBezTo>
                  <a:pt x="3871386" y="356240"/>
                  <a:pt x="3882848" y="332490"/>
                  <a:pt x="3913545" y="344235"/>
                </a:cubicBezTo>
                <a:cubicBezTo>
                  <a:pt x="4050255" y="376864"/>
                  <a:pt x="4159924" y="363190"/>
                  <a:pt x="4266740" y="361454"/>
                </a:cubicBezTo>
                <a:cubicBezTo>
                  <a:pt x="4385770" y="354374"/>
                  <a:pt x="4314535" y="340143"/>
                  <a:pt x="4430770" y="342643"/>
                </a:cubicBezTo>
                <a:cubicBezTo>
                  <a:pt x="4439969" y="322594"/>
                  <a:pt x="4478290" y="314645"/>
                  <a:pt x="4512664" y="319948"/>
                </a:cubicBezTo>
                <a:cubicBezTo>
                  <a:pt x="4570011" y="315138"/>
                  <a:pt x="4549085" y="269599"/>
                  <a:pt x="4616423" y="290914"/>
                </a:cubicBezTo>
                <a:cubicBezTo>
                  <a:pt x="4599641" y="270277"/>
                  <a:pt x="4692085" y="269216"/>
                  <a:pt x="4691675" y="254011"/>
                </a:cubicBezTo>
                <a:lnTo>
                  <a:pt x="4689051" y="250968"/>
                </a:lnTo>
                <a:lnTo>
                  <a:pt x="4719994" y="245307"/>
                </a:lnTo>
                <a:cubicBezTo>
                  <a:pt x="4732635" y="242775"/>
                  <a:pt x="4745300" y="240335"/>
                  <a:pt x="4752894" y="239875"/>
                </a:cubicBezTo>
                <a:lnTo>
                  <a:pt x="4769329" y="233585"/>
                </a:lnTo>
                <a:lnTo>
                  <a:pt x="4775634" y="234063"/>
                </a:lnTo>
                <a:lnTo>
                  <a:pt x="4790452" y="233572"/>
                </a:lnTo>
                <a:cubicBezTo>
                  <a:pt x="4789989" y="236356"/>
                  <a:pt x="4789525" y="239141"/>
                  <a:pt x="4789062" y="241924"/>
                </a:cubicBezTo>
                <a:cubicBezTo>
                  <a:pt x="4786342" y="249932"/>
                  <a:pt x="4804560" y="248631"/>
                  <a:pt x="4827826" y="246977"/>
                </a:cubicBezTo>
                <a:cubicBezTo>
                  <a:pt x="4875782" y="239569"/>
                  <a:pt x="4874112" y="283413"/>
                  <a:pt x="4892569" y="249933"/>
                </a:cubicBezTo>
                <a:lnTo>
                  <a:pt x="4896611" y="240448"/>
                </a:lnTo>
                <a:lnTo>
                  <a:pt x="4917286" y="243659"/>
                </a:lnTo>
                <a:cubicBezTo>
                  <a:pt x="4923060" y="243799"/>
                  <a:pt x="4981729" y="240979"/>
                  <a:pt x="4981173" y="247103"/>
                </a:cubicBezTo>
                <a:cubicBezTo>
                  <a:pt x="5024880" y="220690"/>
                  <a:pt x="5014146" y="257963"/>
                  <a:pt x="5060397" y="263688"/>
                </a:cubicBezTo>
                <a:cubicBezTo>
                  <a:pt x="5093356" y="238589"/>
                  <a:pt x="5157892" y="275351"/>
                  <a:pt x="5252996" y="270655"/>
                </a:cubicBezTo>
                <a:cubicBezTo>
                  <a:pt x="5288840" y="241872"/>
                  <a:pt x="5287005" y="287921"/>
                  <a:pt x="5358056" y="247248"/>
                </a:cubicBezTo>
                <a:cubicBezTo>
                  <a:pt x="5361752" y="250257"/>
                  <a:pt x="5403312" y="238215"/>
                  <a:pt x="5426496" y="235142"/>
                </a:cubicBezTo>
                <a:cubicBezTo>
                  <a:pt x="5449679" y="232069"/>
                  <a:pt x="5473549" y="245611"/>
                  <a:pt x="5497161" y="228808"/>
                </a:cubicBezTo>
                <a:cubicBezTo>
                  <a:pt x="5611861" y="172767"/>
                  <a:pt x="5723211" y="165860"/>
                  <a:pt x="5826043" y="148073"/>
                </a:cubicBezTo>
                <a:cubicBezTo>
                  <a:pt x="5943127" y="133166"/>
                  <a:pt x="5872659" y="193078"/>
                  <a:pt x="6013415" y="137316"/>
                </a:cubicBezTo>
                <a:cubicBezTo>
                  <a:pt x="6031924" y="154783"/>
                  <a:pt x="6050745" y="154258"/>
                  <a:pt x="6080994" y="142938"/>
                </a:cubicBezTo>
                <a:cubicBezTo>
                  <a:pt x="6138083" y="137090"/>
                  <a:pt x="6140195" y="184383"/>
                  <a:pt x="6194152" y="151772"/>
                </a:cubicBezTo>
                <a:cubicBezTo>
                  <a:pt x="6187280" y="177783"/>
                  <a:pt x="6304222" y="153410"/>
                  <a:pt x="6281379" y="181626"/>
                </a:cubicBezTo>
                <a:cubicBezTo>
                  <a:pt x="6321899" y="201819"/>
                  <a:pt x="6335111" y="162590"/>
                  <a:pt x="6374947" y="179799"/>
                </a:cubicBezTo>
                <a:cubicBezTo>
                  <a:pt x="6417404" y="181336"/>
                  <a:pt x="6402484" y="169694"/>
                  <a:pt x="6448518" y="164378"/>
                </a:cubicBezTo>
                <a:cubicBezTo>
                  <a:pt x="6504958" y="162488"/>
                  <a:pt x="6493438" y="111203"/>
                  <a:pt x="6544700" y="167161"/>
                </a:cubicBezTo>
                <a:cubicBezTo>
                  <a:pt x="6601507" y="148697"/>
                  <a:pt x="6566269" y="164386"/>
                  <a:pt x="6648353" y="172250"/>
                </a:cubicBezTo>
                <a:cubicBezTo>
                  <a:pt x="6680008" y="155223"/>
                  <a:pt x="6707960" y="160673"/>
                  <a:pt x="6736227" y="173216"/>
                </a:cubicBezTo>
                <a:cubicBezTo>
                  <a:pt x="6813963" y="164284"/>
                  <a:pt x="6888143" y="181296"/>
                  <a:pt x="6977218" y="184289"/>
                </a:cubicBezTo>
                <a:cubicBezTo>
                  <a:pt x="7040424" y="188318"/>
                  <a:pt x="7000278" y="216835"/>
                  <a:pt x="7065221" y="227531"/>
                </a:cubicBezTo>
                <a:cubicBezTo>
                  <a:pt x="7130163" y="238228"/>
                  <a:pt x="7291878" y="238208"/>
                  <a:pt x="7366876" y="248468"/>
                </a:cubicBezTo>
                <a:cubicBezTo>
                  <a:pt x="7491356" y="206752"/>
                  <a:pt x="7367734" y="280166"/>
                  <a:pt x="7565449" y="258950"/>
                </a:cubicBezTo>
                <a:cubicBezTo>
                  <a:pt x="7575959" y="252432"/>
                  <a:pt x="7600854" y="257628"/>
                  <a:pt x="7599285" y="266021"/>
                </a:cubicBezTo>
                <a:cubicBezTo>
                  <a:pt x="7611616" y="262940"/>
                  <a:pt x="7639946" y="245819"/>
                  <a:pt x="7644411" y="258986"/>
                </a:cubicBezTo>
                <a:cubicBezTo>
                  <a:pt x="7708015" y="258012"/>
                  <a:pt x="7770249" y="247724"/>
                  <a:pt x="7825110" y="229109"/>
                </a:cubicBezTo>
                <a:cubicBezTo>
                  <a:pt x="7949762" y="247028"/>
                  <a:pt x="7921956" y="197757"/>
                  <a:pt x="7965804" y="190545"/>
                </a:cubicBezTo>
                <a:cubicBezTo>
                  <a:pt x="8039439" y="213878"/>
                  <a:pt x="8063651" y="191475"/>
                  <a:pt x="8147401" y="205617"/>
                </a:cubicBezTo>
                <a:cubicBezTo>
                  <a:pt x="8166453" y="196610"/>
                  <a:pt x="8225048" y="207099"/>
                  <a:pt x="8256033" y="193713"/>
                </a:cubicBezTo>
                <a:cubicBezTo>
                  <a:pt x="8311388" y="242017"/>
                  <a:pt x="8350376" y="178592"/>
                  <a:pt x="8410677" y="172167"/>
                </a:cubicBezTo>
                <a:cubicBezTo>
                  <a:pt x="8470978" y="165743"/>
                  <a:pt x="8572470" y="206385"/>
                  <a:pt x="8617841" y="155167"/>
                </a:cubicBezTo>
                <a:cubicBezTo>
                  <a:pt x="8646050" y="160448"/>
                  <a:pt x="8664949" y="183631"/>
                  <a:pt x="8715976" y="178374"/>
                </a:cubicBezTo>
                <a:cubicBezTo>
                  <a:pt x="8737194" y="188216"/>
                  <a:pt x="8738009" y="189511"/>
                  <a:pt x="8778827" y="172936"/>
                </a:cubicBezTo>
                <a:cubicBezTo>
                  <a:pt x="8725277" y="146372"/>
                  <a:pt x="8850819" y="175612"/>
                  <a:pt x="8840778" y="143149"/>
                </a:cubicBezTo>
                <a:cubicBezTo>
                  <a:pt x="8903519" y="121096"/>
                  <a:pt x="9021861" y="150359"/>
                  <a:pt x="9010380" y="91891"/>
                </a:cubicBezTo>
                <a:cubicBezTo>
                  <a:pt x="9027103" y="56852"/>
                  <a:pt x="9112524" y="108357"/>
                  <a:pt x="9110856" y="70997"/>
                </a:cubicBezTo>
                <a:cubicBezTo>
                  <a:pt x="9148189" y="94250"/>
                  <a:pt x="9209809" y="53285"/>
                  <a:pt x="9268817" y="53082"/>
                </a:cubicBezTo>
                <a:cubicBezTo>
                  <a:pt x="9279135" y="35997"/>
                  <a:pt x="9292736" y="36520"/>
                  <a:pt x="9316667" y="45047"/>
                </a:cubicBezTo>
                <a:cubicBezTo>
                  <a:pt x="9352186" y="45862"/>
                  <a:pt x="9390008" y="39799"/>
                  <a:pt x="9428209" y="29923"/>
                </a:cubicBez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7151C14-8131-CD79-D1B9-1D0B6ACD25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 Initial Triage &amp; Infrastructure Checks- </a:t>
            </a:r>
          </a:p>
          <a:p>
            <a:r>
              <a:rPr lang="en-US" sz="1600" b="1" dirty="0"/>
              <a:t>Identify the Scope</a:t>
            </a:r>
            <a:r>
              <a:rPr lang="en-US" sz="1600" dirty="0"/>
              <a:t>: Determine if slowness affects a single query, a specific application, or the entire server.</a:t>
            </a:r>
          </a:p>
          <a:p>
            <a:r>
              <a:rPr lang="en-US" sz="1600" b="1" dirty="0"/>
              <a:t>Check the OS &amp; Resource Usage</a:t>
            </a:r>
            <a:r>
              <a:rPr lang="en-US" sz="1600" dirty="0"/>
              <a:t>: Use </a:t>
            </a:r>
            <a:r>
              <a:rPr lang="en-US" sz="1600" dirty="0">
                <a:hlinkClick r:id="rId2"/>
              </a:rPr>
              <a:t>Windows Task Manager</a:t>
            </a:r>
            <a:r>
              <a:rPr lang="en-US" sz="1600" dirty="0"/>
              <a:t> or </a:t>
            </a:r>
            <a:r>
              <a:rPr lang="en-US" sz="1600" dirty="0">
                <a:hlinkClick r:id="rId3"/>
              </a:rPr>
              <a:t>Performance Monitor (</a:t>
            </a:r>
            <a:r>
              <a:rPr lang="en-US" sz="1600" dirty="0" err="1">
                <a:hlinkClick r:id="rId3"/>
              </a:rPr>
              <a:t>Perfmon</a:t>
            </a:r>
            <a:r>
              <a:rPr lang="en-US" sz="1600" dirty="0">
                <a:hlinkClick r:id="rId3"/>
              </a:rPr>
              <a:t>)</a:t>
            </a:r>
            <a:r>
              <a:rPr lang="en-US" sz="1600" dirty="0"/>
              <a:t> to check for CPU, memory, and disk I/O saturation.</a:t>
            </a:r>
          </a:p>
          <a:p>
            <a:r>
              <a:rPr lang="en-US" sz="1600" b="1" dirty="0"/>
              <a:t>Power Plan</a:t>
            </a:r>
            <a:r>
              <a:rPr lang="en-US" sz="1600" dirty="0"/>
              <a:t>: Ensure the Windows power plan is set to </a:t>
            </a:r>
            <a:r>
              <a:rPr lang="en-US" sz="1600" b="1" dirty="0"/>
              <a:t>"High Performance"</a:t>
            </a:r>
            <a:r>
              <a:rPr lang="en-US" sz="1600" dirty="0"/>
              <a:t>; the default "Balanced" plan can throttle CPU speed.</a:t>
            </a:r>
          </a:p>
          <a:p>
            <a:r>
              <a:rPr lang="en-US" sz="1600" b="1" dirty="0"/>
              <a:t>Avoid Restarting</a:t>
            </a:r>
            <a:r>
              <a:rPr lang="en-US" sz="1600" dirty="0"/>
              <a:t>: Restarting clears the plan cache and diagnostic data, making it impossible to perform root-cause analysis on the current incident. </a:t>
            </a:r>
          </a:p>
          <a:p>
            <a:r>
              <a:rPr lang="en-US" b="1" dirty="0"/>
              <a:t>Identify Wait Types and Bottlenecks</a:t>
            </a:r>
          </a:p>
          <a:p>
            <a:r>
              <a:rPr lang="en-US" sz="1600" dirty="0"/>
              <a:t>SQL Server uses "Wait Stats" to tell you exactly what it is waiting for. Query </a:t>
            </a:r>
            <a:r>
              <a:rPr lang="en-US" sz="1600" dirty="0" err="1"/>
              <a:t>sys.dm_os_wait_stats</a:t>
            </a:r>
            <a:r>
              <a:rPr lang="en-US" sz="1600" dirty="0"/>
              <a:t> to find dominant wait types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770167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3" name="Rectangle 1032">
            <a:extLst>
              <a:ext uri="{FF2B5EF4-FFF2-40B4-BE49-F238E27FC236}">
                <a16:creationId xmlns:a16="http://schemas.microsoft.com/office/drawing/2014/main" id="{117AB3D3-3C9C-4DED-809A-78734805B89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69595C4-11D6-B1AA-E07E-B83B85A1CC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3662" y="386930"/>
            <a:ext cx="10066122" cy="1298448"/>
          </a:xfrm>
        </p:spPr>
        <p:txBody>
          <a:bodyPr anchor="b">
            <a:normAutofit/>
          </a:bodyPr>
          <a:lstStyle/>
          <a:p>
            <a:r>
              <a:rPr lang="en-US" sz="4800" dirty="0">
                <a:ea typeface="Calibri Light"/>
                <a:cs typeface="Calibri Light"/>
              </a:rPr>
              <a:t>SQL Server Poor Performance</a:t>
            </a:r>
          </a:p>
        </p:txBody>
      </p:sp>
      <p:sp>
        <p:nvSpPr>
          <p:cNvPr id="1035" name="Rectangle 1034">
            <a:extLst>
              <a:ext uri="{FF2B5EF4-FFF2-40B4-BE49-F238E27FC236}">
                <a16:creationId xmlns:a16="http://schemas.microsoft.com/office/drawing/2014/main" id="{3A9A4357-BD1D-4622-A4FE-766E6AB8DE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 flipV="1">
            <a:off x="-2" y="1998845"/>
            <a:ext cx="11454595" cy="781699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7" name="Rectangle 1036">
            <a:extLst>
              <a:ext uri="{FF2B5EF4-FFF2-40B4-BE49-F238E27FC236}">
                <a16:creationId xmlns:a16="http://schemas.microsoft.com/office/drawing/2014/main" id="{E659831F-0D9A-4C63-9EBB-8435B85A44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11383362" cy="4267991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0" name="Content Placeholder 1029">
            <a:extLst>
              <a:ext uri="{FF2B5EF4-FFF2-40B4-BE49-F238E27FC236}">
                <a16:creationId xmlns:a16="http://schemas.microsoft.com/office/drawing/2014/main" id="{EB12F5DE-84BF-A3BA-AC20-78988ABF90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3660" y="2196943"/>
            <a:ext cx="10587098" cy="4042016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endParaRPr lang="en-US" sz="2300" dirty="0">
              <a:highlight>
                <a:srgbClr val="FFFFFF"/>
              </a:highlight>
            </a:endParaRPr>
          </a:p>
          <a:p>
            <a:r>
              <a:rPr 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ea typeface="Calibri"/>
                <a:cs typeface="Calibri"/>
              </a:rPr>
              <a:t>Tune Slow Queries</a:t>
            </a:r>
          </a:p>
          <a:p>
            <a:r>
              <a:rPr lang="en-US" sz="1700" b="1" dirty="0"/>
              <a:t>Analyze Execution Plans</a:t>
            </a:r>
            <a:r>
              <a:rPr lang="en-US" sz="1700" dirty="0"/>
              <a:t>: Use </a:t>
            </a:r>
            <a:r>
              <a:rPr lang="en-US" sz="1700" dirty="0">
                <a:hlinkClick r:id="rId2"/>
              </a:rPr>
              <a:t>SQL Server Management Studio (SSMS)</a:t>
            </a:r>
            <a:r>
              <a:rPr lang="en-US" sz="1700" dirty="0"/>
              <a:t> to generate "Actual Execution Plans." Look for "Index Scan" (slow) vs "Index Seek" (fast) and warning icons.</a:t>
            </a:r>
          </a:p>
          <a:p>
            <a:r>
              <a:rPr lang="en-US" sz="1700" b="1" dirty="0"/>
              <a:t>Update Statistics</a:t>
            </a:r>
            <a:r>
              <a:rPr lang="en-US" sz="1700" dirty="0"/>
              <a:t>: Outdated statistics lead the query optimizer to choose inefficient plans. Use UPDATE STATISTICS [</a:t>
            </a:r>
            <a:r>
              <a:rPr lang="en-US" sz="1700" dirty="0" err="1"/>
              <a:t>TableName</a:t>
            </a:r>
            <a:r>
              <a:rPr lang="en-US" sz="1700" dirty="0"/>
              <a:t>] or </a:t>
            </a:r>
            <a:r>
              <a:rPr lang="en-US" sz="1700" dirty="0" err="1"/>
              <a:t>sp_updatestats</a:t>
            </a:r>
            <a:r>
              <a:rPr lang="en-US" sz="1700" dirty="0"/>
              <a:t>.</a:t>
            </a:r>
          </a:p>
          <a:p>
            <a:r>
              <a:rPr lang="en-US" sz="1700" b="1" dirty="0"/>
              <a:t>Missing Indexes</a:t>
            </a:r>
            <a:r>
              <a:rPr lang="en-US" sz="1700" dirty="0"/>
              <a:t>: Check SSMS execution plans for green text suggesting missing indexes, or query </a:t>
            </a:r>
            <a:r>
              <a:rPr lang="en-US" sz="1700" dirty="0" err="1"/>
              <a:t>sys.dm_db_missing_index_details</a:t>
            </a:r>
            <a:r>
              <a:rPr lang="en-US" sz="1700" dirty="0"/>
              <a:t>.</a:t>
            </a:r>
          </a:p>
          <a:p>
            <a:r>
              <a:rPr lang="en-US" sz="1700" b="1" dirty="0" err="1"/>
              <a:t>SARGability</a:t>
            </a:r>
            <a:r>
              <a:rPr lang="en-US" sz="1700" dirty="0"/>
              <a:t>: Avoid using functions on columns in WHERE clauses (e.g., WHERE YEAR(</a:t>
            </a:r>
            <a:r>
              <a:rPr lang="en-US" sz="1700" dirty="0" err="1"/>
              <a:t>DateCol</a:t>
            </a:r>
            <a:r>
              <a:rPr lang="en-US" sz="1700" dirty="0"/>
              <a:t>) = 2024), as this prevents the use of indexes</a:t>
            </a:r>
          </a:p>
          <a:p>
            <a:pPr marL="0" indent="0">
              <a:buNone/>
            </a:pPr>
            <a:endParaRPr lang="en-US" sz="2400" b="1" dirty="0">
              <a:solidFill>
                <a:schemeClr val="tx1">
                  <a:lumMod val="85000"/>
                  <a:lumOff val="15000"/>
                </a:schemeClr>
              </a:solidFill>
              <a:ea typeface="Calibri"/>
              <a:cs typeface="Calibri"/>
            </a:endParaRPr>
          </a:p>
        </p:txBody>
      </p:sp>
      <p:sp>
        <p:nvSpPr>
          <p:cNvPr id="1039" name="Rectangle 1038">
            <a:extLst>
              <a:ext uri="{FF2B5EF4-FFF2-40B4-BE49-F238E27FC236}">
                <a16:creationId xmlns:a16="http://schemas.microsoft.com/office/drawing/2014/main" id="{E6995CE5-F890-4ABA-82A2-26507CE8D2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11228040" y="2313027"/>
            <a:ext cx="781700" cy="15238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75854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DE0A08-4B1A-B8B0-4A32-998EA05640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SQL Server Dynamic Management View</a:t>
            </a:r>
            <a:endParaRPr lang="en-US" dirty="0">
              <a:ea typeface="Calibri Light"/>
              <a:cs typeface="Calibri Light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2EABCE-4314-EE41-14B7-A041134C7A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7484" y="1523701"/>
            <a:ext cx="11076316" cy="4653262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1700" dirty="0"/>
              <a:t>Dynamic Management Views (DMVs) are system views in SQL Server that provide real-time insights into the health, performance, and internal operations of the database engine. </a:t>
            </a:r>
          </a:p>
          <a:p>
            <a:r>
              <a:rPr lang="en-US" sz="1700" dirty="0"/>
              <a:t>Introduced in SQL Server 2005, they are essential for database administrators (DBAs) to monitor activity, diagnose bottlenecks like high CPU or blocking, and optimize query performance. </a:t>
            </a:r>
          </a:p>
          <a:p>
            <a:endParaRPr lang="en-US" sz="1700" dirty="0"/>
          </a:p>
          <a:p>
            <a:r>
              <a:rPr lang="en-US" sz="1700" b="1" dirty="0"/>
              <a:t>Execution Related:</a:t>
            </a:r>
            <a:r>
              <a:rPr lang="en-US" sz="1700" dirty="0"/>
              <a:t> Monitor active queries and cached plans.</a:t>
            </a:r>
          </a:p>
          <a:p>
            <a:pPr lvl="1"/>
            <a:r>
              <a:rPr lang="en-US" sz="1700" dirty="0" err="1"/>
              <a:t>sys.dm_exec_requests</a:t>
            </a:r>
            <a:r>
              <a:rPr lang="en-US" sz="1700" dirty="0"/>
              <a:t>: Shows currently active requests, including their wait status and blocking information.</a:t>
            </a:r>
          </a:p>
          <a:p>
            <a:pPr lvl="1"/>
            <a:r>
              <a:rPr lang="en-US" sz="1700" dirty="0" err="1"/>
              <a:t>sys.dm_exec_sessions</a:t>
            </a:r>
            <a:r>
              <a:rPr lang="en-US" sz="1700" dirty="0"/>
              <a:t>: Provides details on all authenticated sessions.</a:t>
            </a:r>
          </a:p>
          <a:p>
            <a:pPr lvl="1"/>
            <a:r>
              <a:rPr lang="en-US" sz="1700" dirty="0" err="1"/>
              <a:t>sys.dm_exec_query_stats</a:t>
            </a:r>
            <a:r>
              <a:rPr lang="en-US" sz="1700" dirty="0"/>
              <a:t>: Aggregates performance statistics (CPU, duration, reads) for cached query plans.</a:t>
            </a:r>
          </a:p>
          <a:p>
            <a:r>
              <a:rPr lang="en-US" sz="1700" b="1" dirty="0"/>
              <a:t>Index Related:</a:t>
            </a:r>
            <a:r>
              <a:rPr lang="en-US" sz="1700" dirty="0"/>
              <a:t> Identify usage patterns and missing optimization opportunities.</a:t>
            </a:r>
          </a:p>
          <a:p>
            <a:pPr lvl="1"/>
            <a:r>
              <a:rPr lang="en-US" sz="1700" dirty="0" err="1"/>
              <a:t>sys.dm_db_index_usage_stats</a:t>
            </a:r>
            <a:r>
              <a:rPr lang="en-US" sz="1700" dirty="0"/>
              <a:t>: Tracks how many times each index has been used for seeks, scans, or updates.</a:t>
            </a:r>
          </a:p>
          <a:p>
            <a:pPr lvl="1"/>
            <a:r>
              <a:rPr lang="en-US" sz="1700" dirty="0" err="1"/>
              <a:t>sys.dm_db_missing_index_details</a:t>
            </a:r>
            <a:r>
              <a:rPr lang="en-US" sz="1700" dirty="0"/>
              <a:t>: Suggests new indexes that could improve performance for specific queries.</a:t>
            </a:r>
          </a:p>
          <a:p>
            <a:endParaRPr lang="en-US" sz="1700" dirty="0"/>
          </a:p>
        </p:txBody>
      </p:sp>
    </p:spTree>
    <p:extLst>
      <p:ext uri="{BB962C8B-B14F-4D97-AF65-F5344CB8AC3E}">
        <p14:creationId xmlns:p14="http://schemas.microsoft.com/office/powerpoint/2010/main" val="45716648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352EE7-505B-D75C-41C9-2170C90E37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SQL Server Database Tuning Advisor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06DC33-4756-BA4F-EDCD-D4E8AD68CF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624507"/>
          </a:xfrm>
        </p:spPr>
        <p:txBody>
          <a:bodyPr vert="horz" lIns="91440" tIns="45720" rIns="91440" bIns="45720" rtlCol="0" anchor="t">
            <a:normAutofit/>
          </a:bodyPr>
          <a:lstStyle/>
          <a:p>
            <a:endParaRPr lang="en-US" b="1" dirty="0"/>
          </a:p>
          <a:p>
            <a:endParaRPr lang="en-US" sz="1600" dirty="0">
              <a:cs typeface="Calibri"/>
            </a:endParaRPr>
          </a:p>
          <a:p>
            <a:r>
              <a:rPr lang="en-US" sz="1700" dirty="0"/>
              <a:t>The SQL Server Database Engine Tuning Advisor (DTA) is an automated tool that analyzes the performance of a database workload and provides recommendations for improving query execution speed. It suggests physical design structures like indexes, indexed views, and partitioning strategies. </a:t>
            </a:r>
          </a:p>
          <a:p>
            <a:endParaRPr lang="en-US" sz="1700" dirty="0"/>
          </a:p>
          <a:p>
            <a:r>
              <a:rPr lang="en-US" sz="1700" b="1" dirty="0"/>
              <a:t>Performance Analysis</a:t>
            </a:r>
            <a:r>
              <a:rPr lang="en-US" sz="1700" dirty="0"/>
              <a:t>: Evaluates how queries are processed and identifies bottlenecks.</a:t>
            </a:r>
          </a:p>
          <a:p>
            <a:r>
              <a:rPr lang="en-US" sz="1700" b="1" dirty="0"/>
              <a:t>Recommendations</a:t>
            </a:r>
            <a:r>
              <a:rPr lang="en-US" sz="1700" dirty="0"/>
              <a:t>: Suggests specific clustered and non-clustered indexes, statistics, or horizontal partitioning.</a:t>
            </a:r>
          </a:p>
          <a:p>
            <a:r>
              <a:rPr lang="en-US" sz="1700" b="1" dirty="0"/>
              <a:t>Automation</a:t>
            </a:r>
            <a:r>
              <a:rPr lang="en-US" sz="1700" dirty="0"/>
              <a:t>: Generates T-SQL scripts to implement suggested changes immediately or at a scheduled time.</a:t>
            </a:r>
          </a:p>
          <a:p>
            <a:r>
              <a:rPr lang="en-US" sz="1700" b="1" dirty="0"/>
              <a:t>What-If Analysis</a:t>
            </a:r>
            <a:r>
              <a:rPr lang="en-US" sz="1700" dirty="0"/>
              <a:t>: Allows you to simulate physical design changes to see their potential impact without actually implementing them</a:t>
            </a:r>
          </a:p>
          <a:p>
            <a:endParaRPr lang="en-US" sz="1700" dirty="0"/>
          </a:p>
        </p:txBody>
      </p:sp>
    </p:spTree>
    <p:extLst>
      <p:ext uri="{BB962C8B-B14F-4D97-AF65-F5344CB8AC3E}">
        <p14:creationId xmlns:p14="http://schemas.microsoft.com/office/powerpoint/2010/main" val="286369551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7FF47CB7-972F-479F-A36D-9E72D26EC8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0D153B68-5844-490D-8E67-F616D6D721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1766176" cy="2061837"/>
          </a:xfrm>
          <a:custGeom>
            <a:avLst/>
            <a:gdLst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45936 w 10768629"/>
              <a:gd name="connsiteY142" fmla="*/ 1713743 h 1978172"/>
              <a:gd name="connsiteX143" fmla="*/ 4818446 w 10768629"/>
              <a:gd name="connsiteY143" fmla="*/ 1726895 h 1978172"/>
              <a:gd name="connsiteX144" fmla="*/ 4813657 w 10768629"/>
              <a:gd name="connsiteY144" fmla="*/ 1730706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45936 w 10768629"/>
              <a:gd name="connsiteY142" fmla="*/ 1713743 h 1978172"/>
              <a:gd name="connsiteX143" fmla="*/ 4818446 w 10768629"/>
              <a:gd name="connsiteY143" fmla="*/ 1726895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45936 w 10768629"/>
              <a:gd name="connsiteY142" fmla="*/ 1713743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40853 w 10768629"/>
              <a:gd name="connsiteY141" fmla="*/ 1657958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232341 w 10768629"/>
              <a:gd name="connsiteY179" fmla="*/ 1785942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232341 w 10768629"/>
              <a:gd name="connsiteY179" fmla="*/ 1785942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0257 w 10768629"/>
              <a:gd name="connsiteY182" fmla="*/ 1789615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84330 h 1978172"/>
              <a:gd name="connsiteX182" fmla="*/ 1120257 w 10768629"/>
              <a:gd name="connsiteY182" fmla="*/ 1789615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</a:cxnLst>
            <a:rect l="l" t="t" r="r" b="b"/>
            <a:pathLst>
              <a:path w="10768629" h="1978172">
                <a:moveTo>
                  <a:pt x="0" y="0"/>
                </a:moveTo>
                <a:lnTo>
                  <a:pt x="10768629" y="0"/>
                </a:lnTo>
                <a:lnTo>
                  <a:pt x="10733254" y="31439"/>
                </a:lnTo>
                <a:lnTo>
                  <a:pt x="10727085" y="37910"/>
                </a:lnTo>
                <a:cubicBezTo>
                  <a:pt x="10712973" y="56080"/>
                  <a:pt x="10699457" y="78430"/>
                  <a:pt x="10675953" y="68623"/>
                </a:cubicBezTo>
                <a:cubicBezTo>
                  <a:pt x="10685972" y="89202"/>
                  <a:pt x="10641629" y="69781"/>
                  <a:pt x="10637091" y="90361"/>
                </a:cubicBezTo>
                <a:cubicBezTo>
                  <a:pt x="10635214" y="107005"/>
                  <a:pt x="10621323" y="104993"/>
                  <a:pt x="10610971" y="110764"/>
                </a:cubicBezTo>
                <a:cubicBezTo>
                  <a:pt x="10603980" y="127568"/>
                  <a:pt x="10551417" y="141180"/>
                  <a:pt x="10532872" y="138028"/>
                </a:cubicBezTo>
                <a:cubicBezTo>
                  <a:pt x="10480300" y="119072"/>
                  <a:pt x="10440532" y="186296"/>
                  <a:pt x="10398558" y="172911"/>
                </a:cubicBezTo>
                <a:cubicBezTo>
                  <a:pt x="10387708" y="174114"/>
                  <a:pt x="10378792" y="177646"/>
                  <a:pt x="10371128" y="182609"/>
                </a:cubicBezTo>
                <a:lnTo>
                  <a:pt x="10352178" y="199976"/>
                </a:lnTo>
                <a:lnTo>
                  <a:pt x="10351815" y="211879"/>
                </a:lnTo>
                <a:lnTo>
                  <a:pt x="10337471" y="218661"/>
                </a:lnTo>
                <a:lnTo>
                  <a:pt x="10334625" y="222351"/>
                </a:lnTo>
                <a:cubicBezTo>
                  <a:pt x="10321108" y="225227"/>
                  <a:pt x="10278615" y="228401"/>
                  <a:pt x="10256365" y="235917"/>
                </a:cubicBezTo>
                <a:cubicBezTo>
                  <a:pt x="10218136" y="258033"/>
                  <a:pt x="10224552" y="209685"/>
                  <a:pt x="10201127" y="267448"/>
                </a:cubicBezTo>
                <a:cubicBezTo>
                  <a:pt x="10121320" y="273476"/>
                  <a:pt x="10040763" y="345580"/>
                  <a:pt x="9961218" y="326720"/>
                </a:cubicBezTo>
                <a:cubicBezTo>
                  <a:pt x="9980173" y="341621"/>
                  <a:pt x="9883038" y="318484"/>
                  <a:pt x="9859715" y="355698"/>
                </a:cubicBezTo>
                <a:cubicBezTo>
                  <a:pt x="9812822" y="367758"/>
                  <a:pt x="9752089" y="383830"/>
                  <a:pt x="9679867" y="399081"/>
                </a:cubicBezTo>
                <a:cubicBezTo>
                  <a:pt x="9618357" y="415668"/>
                  <a:pt x="9525492" y="446315"/>
                  <a:pt x="9490654" y="455225"/>
                </a:cubicBezTo>
                <a:lnTo>
                  <a:pt x="9470837" y="452539"/>
                </a:lnTo>
                <a:lnTo>
                  <a:pt x="9469082" y="454891"/>
                </a:lnTo>
                <a:cubicBezTo>
                  <a:pt x="9460057" y="461184"/>
                  <a:pt x="9453495" y="461729"/>
                  <a:pt x="9448038" y="459733"/>
                </a:cubicBezTo>
                <a:lnTo>
                  <a:pt x="9396821" y="455795"/>
                </a:lnTo>
                <a:lnTo>
                  <a:pt x="9392197" y="459796"/>
                </a:lnTo>
                <a:lnTo>
                  <a:pt x="9347994" y="464462"/>
                </a:lnTo>
                <a:cubicBezTo>
                  <a:pt x="9347959" y="465155"/>
                  <a:pt x="9347925" y="465846"/>
                  <a:pt x="9347889" y="466539"/>
                </a:cubicBezTo>
                <a:cubicBezTo>
                  <a:pt x="9346648" y="471307"/>
                  <a:pt x="9343831" y="475025"/>
                  <a:pt x="9337639" y="476654"/>
                </a:cubicBezTo>
                <a:cubicBezTo>
                  <a:pt x="9354547" y="503661"/>
                  <a:pt x="9307720" y="510631"/>
                  <a:pt x="9287964" y="513052"/>
                </a:cubicBezTo>
                <a:cubicBezTo>
                  <a:pt x="9269905" y="526173"/>
                  <a:pt x="9245386" y="544358"/>
                  <a:pt x="9229283" y="555377"/>
                </a:cubicBezTo>
                <a:lnTo>
                  <a:pt x="9220274" y="557502"/>
                </a:lnTo>
                <a:cubicBezTo>
                  <a:pt x="9220250" y="557668"/>
                  <a:pt x="9220226" y="557835"/>
                  <a:pt x="9220202" y="558001"/>
                </a:cubicBezTo>
                <a:cubicBezTo>
                  <a:pt x="9218468" y="559434"/>
                  <a:pt x="9215591" y="560497"/>
                  <a:pt x="9210908" y="561147"/>
                </a:cubicBezTo>
                <a:lnTo>
                  <a:pt x="9186374" y="565502"/>
                </a:lnTo>
                <a:lnTo>
                  <a:pt x="9181058" y="569943"/>
                </a:lnTo>
                <a:lnTo>
                  <a:pt x="9167549" y="584727"/>
                </a:lnTo>
                <a:lnTo>
                  <a:pt x="9149110" y="598906"/>
                </a:lnTo>
                <a:cubicBezTo>
                  <a:pt x="9133575" y="594395"/>
                  <a:pt x="9087390" y="636567"/>
                  <a:pt x="9078556" y="644039"/>
                </a:cubicBezTo>
                <a:lnTo>
                  <a:pt x="8996399" y="690055"/>
                </a:lnTo>
                <a:cubicBezTo>
                  <a:pt x="8913147" y="777045"/>
                  <a:pt x="8867993" y="772591"/>
                  <a:pt x="8803791" y="813860"/>
                </a:cubicBezTo>
                <a:cubicBezTo>
                  <a:pt x="8745270" y="819906"/>
                  <a:pt x="8690049" y="823612"/>
                  <a:pt x="8636202" y="848463"/>
                </a:cubicBezTo>
                <a:cubicBezTo>
                  <a:pt x="8594799" y="860014"/>
                  <a:pt x="8568613" y="864779"/>
                  <a:pt x="8555372" y="883171"/>
                </a:cubicBezTo>
                <a:lnTo>
                  <a:pt x="8507229" y="901665"/>
                </a:lnTo>
                <a:lnTo>
                  <a:pt x="8428473" y="927985"/>
                </a:lnTo>
                <a:cubicBezTo>
                  <a:pt x="8428287" y="929817"/>
                  <a:pt x="8428100" y="931648"/>
                  <a:pt x="8427914" y="933480"/>
                </a:cubicBezTo>
                <a:lnTo>
                  <a:pt x="8420327" y="941984"/>
                </a:lnTo>
                <a:lnTo>
                  <a:pt x="8394729" y="948347"/>
                </a:lnTo>
                <a:lnTo>
                  <a:pt x="8380548" y="987916"/>
                </a:lnTo>
                <a:lnTo>
                  <a:pt x="8375330" y="965444"/>
                </a:lnTo>
                <a:cubicBezTo>
                  <a:pt x="8372375" y="964202"/>
                  <a:pt x="8344433" y="977378"/>
                  <a:pt x="8340796" y="980522"/>
                </a:cubicBezTo>
                <a:cubicBezTo>
                  <a:pt x="8328292" y="982128"/>
                  <a:pt x="8319237" y="991089"/>
                  <a:pt x="8304438" y="996739"/>
                </a:cubicBezTo>
                <a:cubicBezTo>
                  <a:pt x="8297193" y="1005683"/>
                  <a:pt x="8289328" y="1014568"/>
                  <a:pt x="8280929" y="1023089"/>
                </a:cubicBezTo>
                <a:lnTo>
                  <a:pt x="8275760" y="1027772"/>
                </a:lnTo>
                <a:lnTo>
                  <a:pt x="8275478" y="1027605"/>
                </a:lnTo>
                <a:cubicBezTo>
                  <a:pt x="8273970" y="1028076"/>
                  <a:pt x="8251461" y="1029408"/>
                  <a:pt x="8249003" y="1032033"/>
                </a:cubicBezTo>
                <a:lnTo>
                  <a:pt x="8203836" y="1037347"/>
                </a:lnTo>
                <a:cubicBezTo>
                  <a:pt x="8172789" y="1049890"/>
                  <a:pt x="8148166" y="1034625"/>
                  <a:pt x="8122936" y="1063113"/>
                </a:cubicBezTo>
                <a:cubicBezTo>
                  <a:pt x="8093850" y="1074757"/>
                  <a:pt x="8066781" y="1075350"/>
                  <a:pt x="8043658" y="1092746"/>
                </a:cubicBezTo>
                <a:cubicBezTo>
                  <a:pt x="8032157" y="1089174"/>
                  <a:pt x="8022145" y="1089998"/>
                  <a:pt x="8015351" y="1105478"/>
                </a:cubicBezTo>
                <a:cubicBezTo>
                  <a:pt x="7987544" y="1113006"/>
                  <a:pt x="7977708" y="1099152"/>
                  <a:pt x="7963145" y="1119346"/>
                </a:cubicBezTo>
                <a:cubicBezTo>
                  <a:pt x="7942622" y="1098880"/>
                  <a:pt x="7943760" y="1109516"/>
                  <a:pt x="7938145" y="1120225"/>
                </a:cubicBezTo>
                <a:lnTo>
                  <a:pt x="7937238" y="1121204"/>
                </a:lnTo>
                <a:lnTo>
                  <a:pt x="7934398" y="1118240"/>
                </a:lnTo>
                <a:lnTo>
                  <a:pt x="7918248" y="1124371"/>
                </a:lnTo>
                <a:lnTo>
                  <a:pt x="7914119" y="1127653"/>
                </a:lnTo>
                <a:cubicBezTo>
                  <a:pt x="7911201" y="1129547"/>
                  <a:pt x="7909169" y="1130331"/>
                  <a:pt x="7907658" y="1130350"/>
                </a:cubicBezTo>
                <a:lnTo>
                  <a:pt x="7907434" y="1130103"/>
                </a:lnTo>
                <a:lnTo>
                  <a:pt x="7901508" y="1133245"/>
                </a:lnTo>
                <a:cubicBezTo>
                  <a:pt x="7891644" y="1139271"/>
                  <a:pt x="7882185" y="1145815"/>
                  <a:pt x="7873287" y="1152609"/>
                </a:cubicBezTo>
                <a:cubicBezTo>
                  <a:pt x="7864672" y="1141906"/>
                  <a:pt x="7845199" y="1159242"/>
                  <a:pt x="7834833" y="1153868"/>
                </a:cubicBezTo>
                <a:lnTo>
                  <a:pt x="7828661" y="1139994"/>
                </a:lnTo>
                <a:lnTo>
                  <a:pt x="7823966" y="1143178"/>
                </a:lnTo>
                <a:lnTo>
                  <a:pt x="7815078" y="1151776"/>
                </a:lnTo>
                <a:cubicBezTo>
                  <a:pt x="7813692" y="1152943"/>
                  <a:pt x="7812687" y="1153116"/>
                  <a:pt x="7812026" y="1151522"/>
                </a:cubicBezTo>
                <a:cubicBezTo>
                  <a:pt x="7806555" y="1153054"/>
                  <a:pt x="7788673" y="1159989"/>
                  <a:pt x="7782249" y="1160970"/>
                </a:cubicBezTo>
                <a:lnTo>
                  <a:pt x="7773476" y="1157414"/>
                </a:lnTo>
                <a:lnTo>
                  <a:pt x="7769600" y="1157365"/>
                </a:lnTo>
                <a:lnTo>
                  <a:pt x="7752631" y="1172815"/>
                </a:lnTo>
                <a:lnTo>
                  <a:pt x="7739392" y="1192062"/>
                </a:lnTo>
                <a:lnTo>
                  <a:pt x="7677677" y="1216394"/>
                </a:lnTo>
                <a:lnTo>
                  <a:pt x="7586920" y="1261888"/>
                </a:lnTo>
                <a:cubicBezTo>
                  <a:pt x="7556723" y="1298911"/>
                  <a:pt x="7489187" y="1284518"/>
                  <a:pt x="7486100" y="1292563"/>
                </a:cubicBezTo>
                <a:cubicBezTo>
                  <a:pt x="7454875" y="1308356"/>
                  <a:pt x="7453335" y="1326361"/>
                  <a:pt x="7411323" y="1340732"/>
                </a:cubicBezTo>
                <a:cubicBezTo>
                  <a:pt x="7372519" y="1390006"/>
                  <a:pt x="7288617" y="1403664"/>
                  <a:pt x="7240698" y="1438832"/>
                </a:cubicBezTo>
                <a:cubicBezTo>
                  <a:pt x="7206467" y="1417136"/>
                  <a:pt x="7227555" y="1441678"/>
                  <a:pt x="7197675" y="1447530"/>
                </a:cubicBezTo>
                <a:cubicBezTo>
                  <a:pt x="7211601" y="1474927"/>
                  <a:pt x="7159483" y="1444981"/>
                  <a:pt x="7164788" y="1480293"/>
                </a:cubicBezTo>
                <a:cubicBezTo>
                  <a:pt x="7159184" y="1480240"/>
                  <a:pt x="7153584" y="1479075"/>
                  <a:pt x="7147929" y="1477641"/>
                </a:cubicBezTo>
                <a:lnTo>
                  <a:pt x="7144965" y="1476908"/>
                </a:lnTo>
                <a:lnTo>
                  <a:pt x="7134299" y="1479969"/>
                </a:lnTo>
                <a:lnTo>
                  <a:pt x="7129809" y="1473339"/>
                </a:lnTo>
                <a:lnTo>
                  <a:pt x="7112688" y="1472575"/>
                </a:lnTo>
                <a:cubicBezTo>
                  <a:pt x="7106506" y="1473449"/>
                  <a:pt x="7100123" y="1475741"/>
                  <a:pt x="7093470" y="1480300"/>
                </a:cubicBezTo>
                <a:cubicBezTo>
                  <a:pt x="7079039" y="1501274"/>
                  <a:pt x="7048991" y="1495718"/>
                  <a:pt x="7025034" y="1506934"/>
                </a:cubicBezTo>
                <a:lnTo>
                  <a:pt x="7014783" y="1515868"/>
                </a:lnTo>
                <a:lnTo>
                  <a:pt x="6979706" y="1523511"/>
                </a:lnTo>
                <a:lnTo>
                  <a:pt x="6977890" y="1525793"/>
                </a:lnTo>
                <a:cubicBezTo>
                  <a:pt x="6971996" y="1527914"/>
                  <a:pt x="6959488" y="1529941"/>
                  <a:pt x="6944339" y="1536237"/>
                </a:cubicBezTo>
                <a:lnTo>
                  <a:pt x="6886996" y="1563569"/>
                </a:lnTo>
                <a:lnTo>
                  <a:pt x="6874510" y="1558469"/>
                </a:lnTo>
                <a:lnTo>
                  <a:pt x="6871943" y="1554651"/>
                </a:lnTo>
                <a:lnTo>
                  <a:pt x="6856174" y="1562024"/>
                </a:lnTo>
                <a:lnTo>
                  <a:pt x="6842321" y="1560554"/>
                </a:lnTo>
                <a:lnTo>
                  <a:pt x="6832713" y="1569357"/>
                </a:lnTo>
                <a:lnTo>
                  <a:pt x="6816351" y="1571495"/>
                </a:lnTo>
                <a:cubicBezTo>
                  <a:pt x="6810216" y="1571510"/>
                  <a:pt x="6803310" y="1571324"/>
                  <a:pt x="6795800" y="1572010"/>
                </a:cubicBezTo>
                <a:lnTo>
                  <a:pt x="6777546" y="1568661"/>
                </a:lnTo>
                <a:lnTo>
                  <a:pt x="6751528" y="1574143"/>
                </a:lnTo>
                <a:cubicBezTo>
                  <a:pt x="6731455" y="1578562"/>
                  <a:pt x="6712054" y="1582098"/>
                  <a:pt x="6691966" y="1582255"/>
                </a:cubicBezTo>
                <a:cubicBezTo>
                  <a:pt x="6677921" y="1590738"/>
                  <a:pt x="6663787" y="1595441"/>
                  <a:pt x="6646941" y="1588471"/>
                </a:cubicBezTo>
                <a:cubicBezTo>
                  <a:pt x="6605135" y="1597971"/>
                  <a:pt x="6598373" y="1612583"/>
                  <a:pt x="6568576" y="1606488"/>
                </a:cubicBezTo>
                <a:cubicBezTo>
                  <a:pt x="6562510" y="1614734"/>
                  <a:pt x="6558067" y="1619360"/>
                  <a:pt x="6554358" y="1621701"/>
                </a:cubicBezTo>
                <a:cubicBezTo>
                  <a:pt x="6543227" y="1628727"/>
                  <a:pt x="6538724" y="1615196"/>
                  <a:pt x="6516968" y="1617195"/>
                </a:cubicBezTo>
                <a:cubicBezTo>
                  <a:pt x="6493173" y="1617368"/>
                  <a:pt x="6528193" y="1598652"/>
                  <a:pt x="6506479" y="1602227"/>
                </a:cubicBezTo>
                <a:cubicBezTo>
                  <a:pt x="6486674" y="1613929"/>
                  <a:pt x="6478484" y="1593997"/>
                  <a:pt x="6458436" y="1607332"/>
                </a:cubicBezTo>
                <a:cubicBezTo>
                  <a:pt x="6471168" y="1620800"/>
                  <a:pt x="6410323" y="1615478"/>
                  <a:pt x="6414786" y="1628815"/>
                </a:cubicBezTo>
                <a:cubicBezTo>
                  <a:pt x="6385942" y="1615041"/>
                  <a:pt x="6386569" y="1640238"/>
                  <a:pt x="6357085" y="1640846"/>
                </a:cubicBezTo>
                <a:cubicBezTo>
                  <a:pt x="6341163" y="1636809"/>
                  <a:pt x="6331497" y="1637754"/>
                  <a:pt x="6322636" y="1648213"/>
                </a:cubicBezTo>
                <a:cubicBezTo>
                  <a:pt x="6248448" y="1627802"/>
                  <a:pt x="6286748" y="1654976"/>
                  <a:pt x="6226172" y="1654676"/>
                </a:cubicBezTo>
                <a:lnTo>
                  <a:pt x="6221217" y="1654506"/>
                </a:lnTo>
                <a:lnTo>
                  <a:pt x="6204956" y="1664280"/>
                </a:lnTo>
                <a:cubicBezTo>
                  <a:pt x="6204728" y="1665114"/>
                  <a:pt x="6204498" y="1665947"/>
                  <a:pt x="6204270" y="1666782"/>
                </a:cubicBezTo>
                <a:lnTo>
                  <a:pt x="6143810" y="1661963"/>
                </a:lnTo>
                <a:lnTo>
                  <a:pt x="6136560" y="1665728"/>
                </a:lnTo>
                <a:lnTo>
                  <a:pt x="6096155" y="1656951"/>
                </a:lnTo>
                <a:lnTo>
                  <a:pt x="6075812" y="1655422"/>
                </a:lnTo>
                <a:lnTo>
                  <a:pt x="6039495" y="1649680"/>
                </a:lnTo>
                <a:lnTo>
                  <a:pt x="6036523" y="1652121"/>
                </a:lnTo>
                <a:lnTo>
                  <a:pt x="6029328" y="1649904"/>
                </a:lnTo>
                <a:lnTo>
                  <a:pt x="6024075" y="1652779"/>
                </a:lnTo>
                <a:lnTo>
                  <a:pt x="6018085" y="1652030"/>
                </a:lnTo>
                <a:cubicBezTo>
                  <a:pt x="6006658" y="1653831"/>
                  <a:pt x="5968194" y="1662035"/>
                  <a:pt x="5955513" y="1663584"/>
                </a:cubicBezTo>
                <a:lnTo>
                  <a:pt x="5941996" y="1661326"/>
                </a:lnTo>
                <a:lnTo>
                  <a:pt x="5931789" y="1669915"/>
                </a:lnTo>
                <a:lnTo>
                  <a:pt x="5888686" y="1672175"/>
                </a:lnTo>
                <a:lnTo>
                  <a:pt x="5873794" y="1665454"/>
                </a:lnTo>
                <a:lnTo>
                  <a:pt x="5860022" y="1660635"/>
                </a:lnTo>
                <a:lnTo>
                  <a:pt x="5858237" y="1660649"/>
                </a:lnTo>
                <a:lnTo>
                  <a:pt x="5840319" y="1660798"/>
                </a:lnTo>
                <a:lnTo>
                  <a:pt x="5806984" y="1661075"/>
                </a:lnTo>
                <a:cubicBezTo>
                  <a:pt x="5785708" y="1661533"/>
                  <a:pt x="5764126" y="1662974"/>
                  <a:pt x="5742351" y="1667489"/>
                </a:cubicBezTo>
                <a:cubicBezTo>
                  <a:pt x="5659069" y="1645168"/>
                  <a:pt x="5615134" y="1706361"/>
                  <a:pt x="5521171" y="1671626"/>
                </a:cubicBezTo>
                <a:cubicBezTo>
                  <a:pt x="5491803" y="1671296"/>
                  <a:pt x="5498089" y="1662666"/>
                  <a:pt x="5457384" y="1683952"/>
                </a:cubicBezTo>
                <a:cubicBezTo>
                  <a:pt x="5356959" y="1699287"/>
                  <a:pt x="5078905" y="1774579"/>
                  <a:pt x="4950070" y="1748401"/>
                </a:cubicBezTo>
                <a:cubicBezTo>
                  <a:pt x="4918276" y="1752255"/>
                  <a:pt x="4891043" y="1756936"/>
                  <a:pt x="4872172" y="1757222"/>
                </a:cubicBezTo>
                <a:lnTo>
                  <a:pt x="4809524" y="1761033"/>
                </a:lnTo>
                <a:cubicBezTo>
                  <a:pt x="4791324" y="1772975"/>
                  <a:pt x="4777258" y="1754591"/>
                  <a:pt x="4759058" y="1766533"/>
                </a:cubicBezTo>
                <a:cubicBezTo>
                  <a:pt x="4747481" y="1770744"/>
                  <a:pt x="4734604" y="1772921"/>
                  <a:pt x="4719749" y="1771811"/>
                </a:cubicBezTo>
                <a:cubicBezTo>
                  <a:pt x="4671168" y="1780243"/>
                  <a:pt x="4634134" y="1775931"/>
                  <a:pt x="4568686" y="1786141"/>
                </a:cubicBezTo>
                <a:cubicBezTo>
                  <a:pt x="4544667" y="1777910"/>
                  <a:pt x="4432547" y="1778168"/>
                  <a:pt x="4418751" y="1796932"/>
                </a:cubicBezTo>
                <a:cubicBezTo>
                  <a:pt x="4403360" y="1801488"/>
                  <a:pt x="4385278" y="1795746"/>
                  <a:pt x="4378377" y="1815528"/>
                </a:cubicBezTo>
                <a:cubicBezTo>
                  <a:pt x="4366870" y="1839461"/>
                  <a:pt x="4337372" y="1814003"/>
                  <a:pt x="4320575" y="1832722"/>
                </a:cubicBezTo>
                <a:cubicBezTo>
                  <a:pt x="4277898" y="1857053"/>
                  <a:pt x="4243945" y="1846759"/>
                  <a:pt x="4211935" y="1860177"/>
                </a:cubicBezTo>
                <a:cubicBezTo>
                  <a:pt x="4181519" y="1859584"/>
                  <a:pt x="4171342" y="1859762"/>
                  <a:pt x="4101228" y="1868717"/>
                </a:cubicBezTo>
                <a:cubicBezTo>
                  <a:pt x="4080159" y="1876188"/>
                  <a:pt x="4039427" y="1877381"/>
                  <a:pt x="3973223" y="1881015"/>
                </a:cubicBezTo>
                <a:cubicBezTo>
                  <a:pt x="3971330" y="1884974"/>
                  <a:pt x="3952843" y="1879225"/>
                  <a:pt x="3900992" y="1880603"/>
                </a:cubicBezTo>
                <a:cubicBezTo>
                  <a:pt x="3849141" y="1881981"/>
                  <a:pt x="3740060" y="1895686"/>
                  <a:pt x="3662119" y="1889285"/>
                </a:cubicBezTo>
                <a:cubicBezTo>
                  <a:pt x="3565155" y="1881322"/>
                  <a:pt x="3613412" y="1915150"/>
                  <a:pt x="3496919" y="1873180"/>
                </a:cubicBezTo>
                <a:cubicBezTo>
                  <a:pt x="3488062" y="1895719"/>
                  <a:pt x="3474293" y="1876288"/>
                  <a:pt x="3449433" y="1889681"/>
                </a:cubicBezTo>
                <a:cubicBezTo>
                  <a:pt x="3406553" y="1891629"/>
                  <a:pt x="3413217" y="1897797"/>
                  <a:pt x="3369766" y="1916653"/>
                </a:cubicBezTo>
                <a:cubicBezTo>
                  <a:pt x="3338805" y="1929531"/>
                  <a:pt x="3289487" y="1928617"/>
                  <a:pt x="3269672" y="1938036"/>
                </a:cubicBezTo>
                <a:lnTo>
                  <a:pt x="3224897" y="1943733"/>
                </a:lnTo>
                <a:cubicBezTo>
                  <a:pt x="3188693" y="1949271"/>
                  <a:pt x="3178540" y="1909145"/>
                  <a:pt x="3161463" y="1946591"/>
                </a:cubicBezTo>
                <a:lnTo>
                  <a:pt x="3112044" y="1935614"/>
                </a:lnTo>
                <a:lnTo>
                  <a:pt x="3069716" y="1930463"/>
                </a:lnTo>
                <a:cubicBezTo>
                  <a:pt x="3049937" y="1924285"/>
                  <a:pt x="3047816" y="1925644"/>
                  <a:pt x="3005773" y="1915878"/>
                </a:cubicBezTo>
                <a:cubicBezTo>
                  <a:pt x="2978838" y="1921092"/>
                  <a:pt x="2967972" y="1927319"/>
                  <a:pt x="2897201" y="1926772"/>
                </a:cubicBezTo>
                <a:lnTo>
                  <a:pt x="2783891" y="1931749"/>
                </a:lnTo>
                <a:cubicBezTo>
                  <a:pt x="2753098" y="1932794"/>
                  <a:pt x="2731621" y="1915151"/>
                  <a:pt x="2712447" y="1933044"/>
                </a:cubicBezTo>
                <a:cubicBezTo>
                  <a:pt x="2621923" y="1990472"/>
                  <a:pt x="2637976" y="1949546"/>
                  <a:pt x="2560151" y="1963609"/>
                </a:cubicBezTo>
                <a:cubicBezTo>
                  <a:pt x="2472084" y="1973456"/>
                  <a:pt x="2423631" y="1962133"/>
                  <a:pt x="2367221" y="1971884"/>
                </a:cubicBezTo>
                <a:cubicBezTo>
                  <a:pt x="2355331" y="1950582"/>
                  <a:pt x="2295649" y="1950006"/>
                  <a:pt x="2272130" y="1961162"/>
                </a:cubicBezTo>
                <a:cubicBezTo>
                  <a:pt x="2229336" y="1964326"/>
                  <a:pt x="2232627" y="1943953"/>
                  <a:pt x="2189404" y="1978172"/>
                </a:cubicBezTo>
                <a:cubicBezTo>
                  <a:pt x="2153824" y="1968017"/>
                  <a:pt x="2114605" y="1969166"/>
                  <a:pt x="2077704" y="1965002"/>
                </a:cubicBezTo>
                <a:cubicBezTo>
                  <a:pt x="2053064" y="1962036"/>
                  <a:pt x="2051584" y="1971011"/>
                  <a:pt x="2033299" y="1969042"/>
                </a:cubicBezTo>
                <a:cubicBezTo>
                  <a:pt x="2015014" y="1967073"/>
                  <a:pt x="1998956" y="1958903"/>
                  <a:pt x="1967996" y="1953187"/>
                </a:cubicBezTo>
                <a:cubicBezTo>
                  <a:pt x="1924117" y="1970917"/>
                  <a:pt x="1915668" y="1940297"/>
                  <a:pt x="1855805" y="1926082"/>
                </a:cubicBezTo>
                <a:cubicBezTo>
                  <a:pt x="1830663" y="1943732"/>
                  <a:pt x="1810564" y="1935694"/>
                  <a:pt x="1790957" y="1919460"/>
                </a:cubicBezTo>
                <a:cubicBezTo>
                  <a:pt x="1732588" y="1924884"/>
                  <a:pt x="1679506" y="1900619"/>
                  <a:pt x="1613978" y="1891581"/>
                </a:cubicBezTo>
                <a:cubicBezTo>
                  <a:pt x="1542961" y="1912227"/>
                  <a:pt x="1506863" y="1865666"/>
                  <a:pt x="1436831" y="1856201"/>
                </a:cubicBezTo>
                <a:cubicBezTo>
                  <a:pt x="1409149" y="1862955"/>
                  <a:pt x="1416370" y="1829853"/>
                  <a:pt x="1357365" y="1832140"/>
                </a:cubicBezTo>
                <a:cubicBezTo>
                  <a:pt x="1285880" y="1811785"/>
                  <a:pt x="1273193" y="1786872"/>
                  <a:pt x="1232341" y="1785942"/>
                </a:cubicBezTo>
                <a:cubicBezTo>
                  <a:pt x="1223903" y="1792798"/>
                  <a:pt x="1160576" y="1793911"/>
                  <a:pt x="1162595" y="1784330"/>
                </a:cubicBezTo>
                <a:cubicBezTo>
                  <a:pt x="1153167" y="1787110"/>
                  <a:pt x="1122206" y="1805077"/>
                  <a:pt x="1120257" y="1789615"/>
                </a:cubicBezTo>
                <a:cubicBezTo>
                  <a:pt x="1073149" y="1786750"/>
                  <a:pt x="1034361" y="1768718"/>
                  <a:pt x="991903" y="1786741"/>
                </a:cubicBezTo>
                <a:cubicBezTo>
                  <a:pt x="966383" y="1781126"/>
                  <a:pt x="949501" y="1800915"/>
                  <a:pt x="883960" y="1809389"/>
                </a:cubicBezTo>
                <a:cubicBezTo>
                  <a:pt x="836064" y="1808194"/>
                  <a:pt x="826980" y="1826610"/>
                  <a:pt x="766531" y="1805053"/>
                </a:cubicBezTo>
                <a:cubicBezTo>
                  <a:pt x="732778" y="1801141"/>
                  <a:pt x="694055" y="1787044"/>
                  <a:pt x="669779" y="1800537"/>
                </a:cubicBezTo>
                <a:cubicBezTo>
                  <a:pt x="645252" y="1794709"/>
                  <a:pt x="563495" y="1813232"/>
                  <a:pt x="523898" y="1811085"/>
                </a:cubicBezTo>
                <a:cubicBezTo>
                  <a:pt x="457555" y="1798530"/>
                  <a:pt x="395227" y="1824052"/>
                  <a:pt x="360251" y="1830735"/>
                </a:cubicBezTo>
                <a:cubicBezTo>
                  <a:pt x="313564" y="1825583"/>
                  <a:pt x="298281" y="1811622"/>
                  <a:pt x="255207" y="1818275"/>
                </a:cubicBezTo>
                <a:cubicBezTo>
                  <a:pt x="206572" y="1839769"/>
                  <a:pt x="160277" y="1836800"/>
                  <a:pt x="101803" y="1870647"/>
                </a:cubicBezTo>
                <a:cubicBezTo>
                  <a:pt x="85849" y="1910002"/>
                  <a:pt x="27997" y="1845258"/>
                  <a:pt x="25397" y="1888443"/>
                </a:cubicBezTo>
                <a:cubicBezTo>
                  <a:pt x="19096" y="1881154"/>
                  <a:pt x="11260" y="1878398"/>
                  <a:pt x="2370" y="1878311"/>
                </a:cubicBezTo>
                <a:lnTo>
                  <a:pt x="0" y="1878785"/>
                </a:lnTo>
                <a:lnTo>
                  <a:pt x="0" y="0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0E346FE-4E09-C356-AB28-CB782DAC49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5824" y="-299924"/>
            <a:ext cx="10068156" cy="1330841"/>
          </a:xfrm>
        </p:spPr>
        <p:txBody>
          <a:bodyPr>
            <a:normAutofit/>
          </a:bodyPr>
          <a:lstStyle/>
          <a:p>
            <a:r>
              <a:rPr lang="en-US" dirty="0">
                <a:ea typeface="Calibri Light"/>
                <a:cs typeface="Calibri Light"/>
              </a:rPr>
              <a:t>SQL Server Performance Tuning Tools </a:t>
            </a:r>
            <a:endParaRPr lang="en-US" dirty="0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9A0D773F-7A7D-4DBB-9DEA-86BB8B8F4B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5381624" y="6209414"/>
            <a:ext cx="6810375" cy="648586"/>
          </a:xfrm>
          <a:custGeom>
            <a:avLst/>
            <a:gdLst>
              <a:gd name="connsiteX0" fmla="*/ 0 w 10753706"/>
              <a:gd name="connsiteY0" fmla="*/ 0 h 1027260"/>
              <a:gd name="connsiteX1" fmla="*/ 10753706 w 10753706"/>
              <a:gd name="connsiteY1" fmla="*/ 0 h 1027260"/>
              <a:gd name="connsiteX2" fmla="*/ 10748809 w 10753706"/>
              <a:gd name="connsiteY2" fmla="*/ 2522 h 1027260"/>
              <a:gd name="connsiteX3" fmla="*/ 10725330 w 10753706"/>
              <a:gd name="connsiteY3" fmla="*/ 11977 h 1027260"/>
              <a:gd name="connsiteX4" fmla="*/ 10615423 w 10753706"/>
              <a:gd name="connsiteY4" fmla="*/ 52967 h 1027260"/>
              <a:gd name="connsiteX5" fmla="*/ 10533936 w 10753706"/>
              <a:gd name="connsiteY5" fmla="*/ 53095 h 1027260"/>
              <a:gd name="connsiteX6" fmla="*/ 10466876 w 10753706"/>
              <a:gd name="connsiteY6" fmla="*/ 45180 h 1027260"/>
              <a:gd name="connsiteX7" fmla="*/ 10355090 w 10753706"/>
              <a:gd name="connsiteY7" fmla="*/ 89741 h 1027260"/>
              <a:gd name="connsiteX8" fmla="*/ 10087145 w 10753706"/>
              <a:gd name="connsiteY8" fmla="*/ 66115 h 1027260"/>
              <a:gd name="connsiteX9" fmla="*/ 10015902 w 10753706"/>
              <a:gd name="connsiteY9" fmla="*/ 76178 h 1027260"/>
              <a:gd name="connsiteX10" fmla="*/ 9806005 w 10753706"/>
              <a:gd name="connsiteY10" fmla="*/ 102435 h 1027260"/>
              <a:gd name="connsiteX11" fmla="*/ 9602583 w 10753706"/>
              <a:gd name="connsiteY11" fmla="*/ 179170 h 1027260"/>
              <a:gd name="connsiteX12" fmla="*/ 9469719 w 10753706"/>
              <a:gd name="connsiteY12" fmla="*/ 174721 h 1027260"/>
              <a:gd name="connsiteX13" fmla="*/ 9408692 w 10753706"/>
              <a:gd name="connsiteY13" fmla="*/ 189513 h 1027260"/>
              <a:gd name="connsiteX14" fmla="*/ 9364151 w 10753706"/>
              <a:gd name="connsiteY14" fmla="*/ 194072 h 1027260"/>
              <a:gd name="connsiteX15" fmla="*/ 9337751 w 10753706"/>
              <a:gd name="connsiteY15" fmla="*/ 197579 h 1027260"/>
              <a:gd name="connsiteX16" fmla="*/ 9297166 w 10753706"/>
              <a:gd name="connsiteY16" fmla="*/ 216558 h 1027260"/>
              <a:gd name="connsiteX17" fmla="*/ 9123859 w 10753706"/>
              <a:gd name="connsiteY17" fmla="*/ 237356 h 1027260"/>
              <a:gd name="connsiteX18" fmla="*/ 8950741 w 10753706"/>
              <a:gd name="connsiteY18" fmla="*/ 238020 h 1027260"/>
              <a:gd name="connsiteX19" fmla="*/ 8718236 w 10753706"/>
              <a:gd name="connsiteY19" fmla="*/ 303148 h 1027260"/>
              <a:gd name="connsiteX20" fmla="*/ 8694011 w 10753706"/>
              <a:gd name="connsiteY20" fmla="*/ 308812 h 1027260"/>
              <a:gd name="connsiteX21" fmla="*/ 8611976 w 10753706"/>
              <a:gd name="connsiteY21" fmla="*/ 324819 h 1027260"/>
              <a:gd name="connsiteX22" fmla="*/ 8562074 w 10753706"/>
              <a:gd name="connsiteY22" fmla="*/ 337971 h 1027260"/>
              <a:gd name="connsiteX23" fmla="*/ 8501724 w 10753706"/>
              <a:gd name="connsiteY23" fmla="*/ 360865 h 1027260"/>
              <a:gd name="connsiteX24" fmla="*/ 8504489 w 10753706"/>
              <a:gd name="connsiteY24" fmla="*/ 364790 h 1027260"/>
              <a:gd name="connsiteX25" fmla="*/ 8492774 w 10753706"/>
              <a:gd name="connsiteY25" fmla="*/ 366181 h 1027260"/>
              <a:gd name="connsiteX26" fmla="*/ 8466405 w 10753706"/>
              <a:gd name="connsiteY26" fmla="*/ 368724 h 1027260"/>
              <a:gd name="connsiteX27" fmla="*/ 8427069 w 10753706"/>
              <a:gd name="connsiteY27" fmla="*/ 387211 h 1027260"/>
              <a:gd name="connsiteX28" fmla="*/ 8387766 w 10753706"/>
              <a:gd name="connsiteY28" fmla="*/ 377161 h 1027260"/>
              <a:gd name="connsiteX29" fmla="*/ 8315874 w 10753706"/>
              <a:gd name="connsiteY29" fmla="*/ 395527 h 1027260"/>
              <a:gd name="connsiteX30" fmla="*/ 8274474 w 10753706"/>
              <a:gd name="connsiteY30" fmla="*/ 405112 h 1027260"/>
              <a:gd name="connsiteX31" fmla="*/ 8234664 w 10753706"/>
              <a:gd name="connsiteY31" fmla="*/ 410219 h 1027260"/>
              <a:gd name="connsiteX32" fmla="*/ 8211268 w 10753706"/>
              <a:gd name="connsiteY32" fmla="*/ 416791 h 1027260"/>
              <a:gd name="connsiteX33" fmla="*/ 8188615 w 10753706"/>
              <a:gd name="connsiteY33" fmla="*/ 421755 h 1027260"/>
              <a:gd name="connsiteX34" fmla="*/ 8179981 w 10753706"/>
              <a:gd name="connsiteY34" fmla="*/ 420402 h 1027260"/>
              <a:gd name="connsiteX35" fmla="*/ 8179307 w 10753706"/>
              <a:gd name="connsiteY35" fmla="*/ 422516 h 1027260"/>
              <a:gd name="connsiteX36" fmla="*/ 8147929 w 10753706"/>
              <a:gd name="connsiteY36" fmla="*/ 450302 h 1027260"/>
              <a:gd name="connsiteX37" fmla="*/ 8089136 w 10753706"/>
              <a:gd name="connsiteY37" fmla="*/ 465283 h 1027260"/>
              <a:gd name="connsiteX38" fmla="*/ 8049973 w 10753706"/>
              <a:gd name="connsiteY38" fmla="*/ 454121 h 1027260"/>
              <a:gd name="connsiteX39" fmla="*/ 7965913 w 10753706"/>
              <a:gd name="connsiteY39" fmla="*/ 464415 h 1027260"/>
              <a:gd name="connsiteX40" fmla="*/ 7945093 w 10753706"/>
              <a:gd name="connsiteY40" fmla="*/ 464798 h 1027260"/>
              <a:gd name="connsiteX41" fmla="*/ 7935335 w 10753706"/>
              <a:gd name="connsiteY41" fmla="*/ 462442 h 1027260"/>
              <a:gd name="connsiteX42" fmla="*/ 7904779 w 10753706"/>
              <a:gd name="connsiteY42" fmla="*/ 471429 h 1027260"/>
              <a:gd name="connsiteX43" fmla="*/ 7855604 w 10753706"/>
              <a:gd name="connsiteY43" fmla="*/ 480199 h 1027260"/>
              <a:gd name="connsiteX44" fmla="*/ 7832630 w 10753706"/>
              <a:gd name="connsiteY44" fmla="*/ 485371 h 1027260"/>
              <a:gd name="connsiteX45" fmla="*/ 7812438 w 10753706"/>
              <a:gd name="connsiteY45" fmla="*/ 485391 h 1027260"/>
              <a:gd name="connsiteX46" fmla="*/ 7701399 w 10753706"/>
              <a:gd name="connsiteY46" fmla="*/ 495197 h 1027260"/>
              <a:gd name="connsiteX47" fmla="*/ 7674778 w 10753706"/>
              <a:gd name="connsiteY47" fmla="*/ 494723 h 1027260"/>
              <a:gd name="connsiteX48" fmla="*/ 7660445 w 10753706"/>
              <a:gd name="connsiteY48" fmla="*/ 490194 h 1027260"/>
              <a:gd name="connsiteX49" fmla="*/ 7651781 w 10753706"/>
              <a:gd name="connsiteY49" fmla="*/ 493084 h 1027260"/>
              <a:gd name="connsiteX50" fmla="*/ 7584807 w 10753706"/>
              <a:gd name="connsiteY50" fmla="*/ 499490 h 1027260"/>
              <a:gd name="connsiteX51" fmla="*/ 7541324 w 10753706"/>
              <a:gd name="connsiteY51" fmla="*/ 504184 h 1027260"/>
              <a:gd name="connsiteX52" fmla="*/ 7541756 w 10753706"/>
              <a:gd name="connsiteY52" fmla="*/ 512184 h 1027260"/>
              <a:gd name="connsiteX53" fmla="*/ 7503906 w 10753706"/>
              <a:gd name="connsiteY53" fmla="*/ 518551 h 1027260"/>
              <a:gd name="connsiteX54" fmla="*/ 7460411 w 10753706"/>
              <a:gd name="connsiteY54" fmla="*/ 517415 h 1027260"/>
              <a:gd name="connsiteX55" fmla="*/ 7460116 w 10753706"/>
              <a:gd name="connsiteY55" fmla="*/ 517548 h 1027260"/>
              <a:gd name="connsiteX56" fmla="*/ 7297810 w 10753706"/>
              <a:gd name="connsiteY56" fmla="*/ 563947 h 1027260"/>
              <a:gd name="connsiteX57" fmla="*/ 6946388 w 10753706"/>
              <a:gd name="connsiteY57" fmla="*/ 665244 h 1027260"/>
              <a:gd name="connsiteX58" fmla="*/ 6741704 w 10753706"/>
              <a:gd name="connsiteY58" fmla="*/ 679365 h 1027260"/>
              <a:gd name="connsiteX59" fmla="*/ 6624680 w 10753706"/>
              <a:gd name="connsiteY59" fmla="*/ 677674 h 1027260"/>
              <a:gd name="connsiteX60" fmla="*/ 6605700 w 10753706"/>
              <a:gd name="connsiteY60" fmla="*/ 683566 h 1027260"/>
              <a:gd name="connsiteX61" fmla="*/ 6576922 w 10753706"/>
              <a:gd name="connsiteY61" fmla="*/ 683030 h 1027260"/>
              <a:gd name="connsiteX62" fmla="*/ 6405123 w 10753706"/>
              <a:gd name="connsiteY62" fmla="*/ 721946 h 1027260"/>
              <a:gd name="connsiteX63" fmla="*/ 6368938 w 10753706"/>
              <a:gd name="connsiteY63" fmla="*/ 717341 h 1027260"/>
              <a:gd name="connsiteX64" fmla="*/ 6295102 w 10753706"/>
              <a:gd name="connsiteY64" fmla="*/ 729508 h 1027260"/>
              <a:gd name="connsiteX65" fmla="*/ 6202084 w 10753706"/>
              <a:gd name="connsiteY65" fmla="*/ 767091 h 1027260"/>
              <a:gd name="connsiteX66" fmla="*/ 6067157 w 10753706"/>
              <a:gd name="connsiteY66" fmla="*/ 790339 h 1027260"/>
              <a:gd name="connsiteX67" fmla="*/ 6061443 w 10753706"/>
              <a:gd name="connsiteY67" fmla="*/ 796151 h 1027260"/>
              <a:gd name="connsiteX68" fmla="*/ 6051406 w 10753706"/>
              <a:gd name="connsiteY68" fmla="*/ 800684 h 1027260"/>
              <a:gd name="connsiteX69" fmla="*/ 6049097 w 10753706"/>
              <a:gd name="connsiteY69" fmla="*/ 800636 h 1027260"/>
              <a:gd name="connsiteX70" fmla="*/ 6034222 w 10753706"/>
              <a:gd name="connsiteY70" fmla="*/ 804110 h 1027260"/>
              <a:gd name="connsiteX71" fmla="*/ 6033121 w 10753706"/>
              <a:gd name="connsiteY71" fmla="*/ 806078 h 1027260"/>
              <a:gd name="connsiteX72" fmla="*/ 6023593 w 10753706"/>
              <a:gd name="connsiteY72" fmla="*/ 808842 h 1027260"/>
              <a:gd name="connsiteX73" fmla="*/ 6006639 w 10753706"/>
              <a:gd name="connsiteY73" fmla="*/ 815304 h 1027260"/>
              <a:gd name="connsiteX74" fmla="*/ 6001762 w 10753706"/>
              <a:gd name="connsiteY74" fmla="*/ 815557 h 1027260"/>
              <a:gd name="connsiteX75" fmla="*/ 5973534 w 10753706"/>
              <a:gd name="connsiteY75" fmla="*/ 823815 h 1027260"/>
              <a:gd name="connsiteX76" fmla="*/ 5972336 w 10753706"/>
              <a:gd name="connsiteY76" fmla="*/ 823476 h 1027260"/>
              <a:gd name="connsiteX77" fmla="*/ 5960841 w 10753706"/>
              <a:gd name="connsiteY77" fmla="*/ 823819 h 1027260"/>
              <a:gd name="connsiteX78" fmla="*/ 5940719 w 10753706"/>
              <a:gd name="connsiteY78" fmla="*/ 825514 h 1027260"/>
              <a:gd name="connsiteX79" fmla="*/ 5884298 w 10753706"/>
              <a:gd name="connsiteY79" fmla="*/ 823806 h 1027260"/>
              <a:gd name="connsiteX80" fmla="*/ 5854779 w 10753706"/>
              <a:gd name="connsiteY80" fmla="*/ 832365 h 1027260"/>
              <a:gd name="connsiteX81" fmla="*/ 5848382 w 10753706"/>
              <a:gd name="connsiteY81" fmla="*/ 833844 h 1027260"/>
              <a:gd name="connsiteX82" fmla="*/ 5848066 w 10753706"/>
              <a:gd name="connsiteY82" fmla="*/ 833772 h 1027260"/>
              <a:gd name="connsiteX83" fmla="*/ 5840944 w 10753706"/>
              <a:gd name="connsiteY83" fmla="*/ 835132 h 1027260"/>
              <a:gd name="connsiteX84" fmla="*/ 5836719 w 10753706"/>
              <a:gd name="connsiteY84" fmla="*/ 836539 h 1027260"/>
              <a:gd name="connsiteX85" fmla="*/ 5824311 w 10753706"/>
              <a:gd name="connsiteY85" fmla="*/ 839408 h 1027260"/>
              <a:gd name="connsiteX86" fmla="*/ 5818788 w 10753706"/>
              <a:gd name="connsiteY86" fmla="*/ 839727 h 1027260"/>
              <a:gd name="connsiteX87" fmla="*/ 5763953 w 10753706"/>
              <a:gd name="connsiteY87" fmla="*/ 834282 h 1027260"/>
              <a:gd name="connsiteX88" fmla="*/ 5667748 w 10753706"/>
              <a:gd name="connsiteY88" fmla="*/ 840211 h 1027260"/>
              <a:gd name="connsiteX89" fmla="*/ 5573108 w 10753706"/>
              <a:gd name="connsiteY89" fmla="*/ 847611 h 1027260"/>
              <a:gd name="connsiteX90" fmla="*/ 5539137 w 10753706"/>
              <a:gd name="connsiteY90" fmla="*/ 851033 h 1027260"/>
              <a:gd name="connsiteX91" fmla="*/ 5510651 w 10753706"/>
              <a:gd name="connsiteY91" fmla="*/ 844215 h 1027260"/>
              <a:gd name="connsiteX92" fmla="*/ 5457331 w 10753706"/>
              <a:gd name="connsiteY92" fmla="*/ 839159 h 1027260"/>
              <a:gd name="connsiteX93" fmla="*/ 5410613 w 10753706"/>
              <a:gd name="connsiteY93" fmla="*/ 834358 h 1027260"/>
              <a:gd name="connsiteX94" fmla="*/ 5370040 w 10753706"/>
              <a:gd name="connsiteY94" fmla="*/ 862127 h 1027260"/>
              <a:gd name="connsiteX95" fmla="*/ 5318778 w 10753706"/>
              <a:gd name="connsiteY95" fmla="*/ 855310 h 1027260"/>
              <a:gd name="connsiteX96" fmla="*/ 5298645 w 10753706"/>
              <a:gd name="connsiteY96" fmla="*/ 855171 h 1027260"/>
              <a:gd name="connsiteX97" fmla="*/ 5253828 w 10753706"/>
              <a:gd name="connsiteY97" fmla="*/ 859670 h 1027260"/>
              <a:gd name="connsiteX98" fmla="*/ 5216955 w 10753706"/>
              <a:gd name="connsiteY98" fmla="*/ 866245 h 1027260"/>
              <a:gd name="connsiteX99" fmla="*/ 5214344 w 10753706"/>
              <a:gd name="connsiteY99" fmla="*/ 868102 h 1027260"/>
              <a:gd name="connsiteX100" fmla="*/ 5195561 w 10753706"/>
              <a:gd name="connsiteY100" fmla="*/ 869949 h 1027260"/>
              <a:gd name="connsiteX101" fmla="*/ 5182555 w 10753706"/>
              <a:gd name="connsiteY101" fmla="*/ 873542 h 1027260"/>
              <a:gd name="connsiteX102" fmla="*/ 5172552 w 10753706"/>
              <a:gd name="connsiteY102" fmla="*/ 878801 h 1027260"/>
              <a:gd name="connsiteX103" fmla="*/ 5027993 w 10753706"/>
              <a:gd name="connsiteY103" fmla="*/ 889666 h 1027260"/>
              <a:gd name="connsiteX104" fmla="*/ 4939844 w 10753706"/>
              <a:gd name="connsiteY104" fmla="*/ 934802 h 1027260"/>
              <a:gd name="connsiteX105" fmla="*/ 4792576 w 10753706"/>
              <a:gd name="connsiteY105" fmla="*/ 934820 h 1027260"/>
              <a:gd name="connsiteX106" fmla="*/ 4602423 w 10753706"/>
              <a:gd name="connsiteY106" fmla="*/ 958063 h 1027260"/>
              <a:gd name="connsiteX107" fmla="*/ 4290656 w 10753706"/>
              <a:gd name="connsiteY107" fmla="*/ 969152 h 1027260"/>
              <a:gd name="connsiteX108" fmla="*/ 3952334 w 10753706"/>
              <a:gd name="connsiteY108" fmla="*/ 954043 h 1027260"/>
              <a:gd name="connsiteX109" fmla="*/ 3858560 w 10753706"/>
              <a:gd name="connsiteY109" fmla="*/ 948781 h 1027260"/>
              <a:gd name="connsiteX110" fmla="*/ 3846597 w 10753706"/>
              <a:gd name="connsiteY110" fmla="*/ 948382 h 1027260"/>
              <a:gd name="connsiteX111" fmla="*/ 3736044 w 10753706"/>
              <a:gd name="connsiteY111" fmla="*/ 947759 h 1027260"/>
              <a:gd name="connsiteX112" fmla="*/ 3713136 w 10753706"/>
              <a:gd name="connsiteY112" fmla="*/ 946963 h 1027260"/>
              <a:gd name="connsiteX113" fmla="*/ 3695939 w 10753706"/>
              <a:gd name="connsiteY113" fmla="*/ 943639 h 1027260"/>
              <a:gd name="connsiteX114" fmla="*/ 3694125 w 10753706"/>
              <a:gd name="connsiteY114" fmla="*/ 940567 h 1027260"/>
              <a:gd name="connsiteX115" fmla="*/ 3681925 w 10753706"/>
              <a:gd name="connsiteY115" fmla="*/ 939706 h 1027260"/>
              <a:gd name="connsiteX116" fmla="*/ 3679204 w 10753706"/>
              <a:gd name="connsiteY116" fmla="*/ 938926 h 1027260"/>
              <a:gd name="connsiteX117" fmla="*/ 3615656 w 10753706"/>
              <a:gd name="connsiteY117" fmla="*/ 940320 h 1027260"/>
              <a:gd name="connsiteX118" fmla="*/ 3567983 w 10753706"/>
              <a:gd name="connsiteY118" fmla="*/ 935596 h 1027260"/>
              <a:gd name="connsiteX119" fmla="*/ 3422423 w 10753706"/>
              <a:gd name="connsiteY119" fmla="*/ 932129 h 1027260"/>
              <a:gd name="connsiteX120" fmla="*/ 3310925 w 10753706"/>
              <a:gd name="connsiteY120" fmla="*/ 911072 h 1027260"/>
              <a:gd name="connsiteX121" fmla="*/ 3139421 w 10753706"/>
              <a:gd name="connsiteY121" fmla="*/ 934151 h 1027260"/>
              <a:gd name="connsiteX122" fmla="*/ 2996922 w 10753706"/>
              <a:gd name="connsiteY122" fmla="*/ 927537 h 1027260"/>
              <a:gd name="connsiteX123" fmla="*/ 2982785 w 10753706"/>
              <a:gd name="connsiteY123" fmla="*/ 931453 h 1027260"/>
              <a:gd name="connsiteX124" fmla="*/ 2967478 w 10753706"/>
              <a:gd name="connsiteY124" fmla="*/ 933397 h 1027260"/>
              <a:gd name="connsiteX125" fmla="*/ 2948552 w 10753706"/>
              <a:gd name="connsiteY125" fmla="*/ 932961 h 1027260"/>
              <a:gd name="connsiteX126" fmla="*/ 2944404 w 10753706"/>
              <a:gd name="connsiteY126" fmla="*/ 934452 h 1027260"/>
              <a:gd name="connsiteX127" fmla="*/ 2908608 w 10753706"/>
              <a:gd name="connsiteY127" fmla="*/ 937205 h 1027260"/>
              <a:gd name="connsiteX128" fmla="*/ 2904443 w 10753706"/>
              <a:gd name="connsiteY128" fmla="*/ 936455 h 1027260"/>
              <a:gd name="connsiteX129" fmla="*/ 2868935 w 10753706"/>
              <a:gd name="connsiteY129" fmla="*/ 938022 h 1027260"/>
              <a:gd name="connsiteX130" fmla="*/ 2868586 w 10753706"/>
              <a:gd name="connsiteY130" fmla="*/ 937487 h 1027260"/>
              <a:gd name="connsiteX131" fmla="*/ 2859191 w 10753706"/>
              <a:gd name="connsiteY131" fmla="*/ 935503 h 1027260"/>
              <a:gd name="connsiteX132" fmla="*/ 2840915 w 10753706"/>
              <a:gd name="connsiteY132" fmla="*/ 932977 h 1027260"/>
              <a:gd name="connsiteX133" fmla="*/ 2763509 w 10753706"/>
              <a:gd name="connsiteY133" fmla="*/ 921850 h 1027260"/>
              <a:gd name="connsiteX134" fmla="*/ 2756121 w 10753706"/>
              <a:gd name="connsiteY134" fmla="*/ 921864 h 1027260"/>
              <a:gd name="connsiteX135" fmla="*/ 2755998 w 10753706"/>
              <a:gd name="connsiteY135" fmla="*/ 921739 h 1027260"/>
              <a:gd name="connsiteX136" fmla="*/ 2748255 w 10753706"/>
              <a:gd name="connsiteY136" fmla="*/ 921505 h 1027260"/>
              <a:gd name="connsiteX137" fmla="*/ 2694601 w 10753706"/>
              <a:gd name="connsiteY137" fmla="*/ 915575 h 1027260"/>
              <a:gd name="connsiteX138" fmla="*/ 2635357 w 10753706"/>
              <a:gd name="connsiteY138" fmla="*/ 910976 h 1027260"/>
              <a:gd name="connsiteX139" fmla="*/ 2601047 w 10753706"/>
              <a:gd name="connsiteY139" fmla="*/ 910263 h 1027260"/>
              <a:gd name="connsiteX140" fmla="*/ 2507482 w 10753706"/>
              <a:gd name="connsiteY140" fmla="*/ 906211 h 1027260"/>
              <a:gd name="connsiteX141" fmla="*/ 2413884 w 10753706"/>
              <a:gd name="connsiteY141" fmla="*/ 900545 h 1027260"/>
              <a:gd name="connsiteX142" fmla="*/ 2368912 w 10753706"/>
              <a:gd name="connsiteY142" fmla="*/ 888755 h 1027260"/>
              <a:gd name="connsiteX143" fmla="*/ 2349490 w 10753706"/>
              <a:gd name="connsiteY143" fmla="*/ 889719 h 1027260"/>
              <a:gd name="connsiteX144" fmla="*/ 2344290 w 10753706"/>
              <a:gd name="connsiteY144" fmla="*/ 890584 h 1027260"/>
              <a:gd name="connsiteX145" fmla="*/ 2336488 w 10753706"/>
              <a:gd name="connsiteY145" fmla="*/ 891058 h 1027260"/>
              <a:gd name="connsiteX146" fmla="*/ 2329015 w 10753706"/>
              <a:gd name="connsiteY146" fmla="*/ 891627 h 1027260"/>
              <a:gd name="connsiteX147" fmla="*/ 2293898 w 10753706"/>
              <a:gd name="connsiteY147" fmla="*/ 896431 h 1027260"/>
              <a:gd name="connsiteX148" fmla="*/ 2243927 w 10753706"/>
              <a:gd name="connsiteY148" fmla="*/ 888076 h 1027260"/>
              <a:gd name="connsiteX149" fmla="*/ 2223920 w 10753706"/>
              <a:gd name="connsiteY149" fmla="*/ 887331 h 1027260"/>
              <a:gd name="connsiteX150" fmla="*/ 2213081 w 10753706"/>
              <a:gd name="connsiteY150" fmla="*/ 886302 h 1027260"/>
              <a:gd name="connsiteX151" fmla="*/ 2212307 w 10753706"/>
              <a:gd name="connsiteY151" fmla="*/ 885829 h 1027260"/>
              <a:gd name="connsiteX152" fmla="*/ 2152321 w 10753706"/>
              <a:gd name="connsiteY152" fmla="*/ 894418 h 1027260"/>
              <a:gd name="connsiteX153" fmla="*/ 2140985 w 10753706"/>
              <a:gd name="connsiteY153" fmla="*/ 895968 h 1027260"/>
              <a:gd name="connsiteX154" fmla="*/ 2121210 w 10753706"/>
              <a:gd name="connsiteY154" fmla="*/ 899354 h 1027260"/>
              <a:gd name="connsiteX155" fmla="*/ 2119146 w 10753706"/>
              <a:gd name="connsiteY155" fmla="*/ 899033 h 1027260"/>
              <a:gd name="connsiteX156" fmla="*/ 2105666 w 10753706"/>
              <a:gd name="connsiteY156" fmla="*/ 902240 h 1027260"/>
              <a:gd name="connsiteX157" fmla="*/ 2094924 w 10753706"/>
              <a:gd name="connsiteY157" fmla="*/ 907203 h 1027260"/>
              <a:gd name="connsiteX158" fmla="*/ 1949478 w 10753706"/>
              <a:gd name="connsiteY158" fmla="*/ 913748 h 1027260"/>
              <a:gd name="connsiteX159" fmla="*/ 1749684 w 10753706"/>
              <a:gd name="connsiteY159" fmla="*/ 942223 h 1027260"/>
              <a:gd name="connsiteX160" fmla="*/ 1585576 w 10753706"/>
              <a:gd name="connsiteY160" fmla="*/ 954170 h 1027260"/>
              <a:gd name="connsiteX161" fmla="*/ 1476250 w 10753706"/>
              <a:gd name="connsiteY161" fmla="*/ 950653 h 1027260"/>
              <a:gd name="connsiteX162" fmla="*/ 1433927 w 10753706"/>
              <a:gd name="connsiteY162" fmla="*/ 959926 h 1027260"/>
              <a:gd name="connsiteX163" fmla="*/ 1414893 w 10753706"/>
              <a:gd name="connsiteY163" fmla="*/ 957671 h 1027260"/>
              <a:gd name="connsiteX164" fmla="*/ 1411585 w 10753706"/>
              <a:gd name="connsiteY164" fmla="*/ 957179 h 1027260"/>
              <a:gd name="connsiteX165" fmla="*/ 1398896 w 10753706"/>
              <a:gd name="connsiteY165" fmla="*/ 957460 h 1027260"/>
              <a:gd name="connsiteX166" fmla="*/ 1394632 w 10753706"/>
              <a:gd name="connsiteY166" fmla="*/ 954725 h 1027260"/>
              <a:gd name="connsiteX167" fmla="*/ 1375043 w 10753706"/>
              <a:gd name="connsiteY167" fmla="*/ 953132 h 1027260"/>
              <a:gd name="connsiteX168" fmla="*/ 1351876 w 10753706"/>
              <a:gd name="connsiteY168" fmla="*/ 954436 h 1027260"/>
              <a:gd name="connsiteX169" fmla="*/ 1242676 w 10753706"/>
              <a:gd name="connsiteY169" fmla="*/ 963767 h 1027260"/>
              <a:gd name="connsiteX170" fmla="*/ 1205993 w 10753706"/>
              <a:gd name="connsiteY170" fmla="*/ 974080 h 1027260"/>
              <a:gd name="connsiteX171" fmla="*/ 1052221 w 10753706"/>
              <a:gd name="connsiteY171" fmla="*/ 963954 h 1027260"/>
              <a:gd name="connsiteX172" fmla="*/ 968270 w 10753706"/>
              <a:gd name="connsiteY172" fmla="*/ 964761 h 1027260"/>
              <a:gd name="connsiteX173" fmla="*/ 874493 w 10753706"/>
              <a:gd name="connsiteY173" fmla="*/ 998122 h 1027260"/>
              <a:gd name="connsiteX174" fmla="*/ 814411 w 10753706"/>
              <a:gd name="connsiteY174" fmla="*/ 1007391 h 1027260"/>
              <a:gd name="connsiteX175" fmla="*/ 688604 w 10753706"/>
              <a:gd name="connsiteY175" fmla="*/ 1015631 h 1027260"/>
              <a:gd name="connsiteX176" fmla="*/ 618171 w 10753706"/>
              <a:gd name="connsiteY176" fmla="*/ 1027260 h 1027260"/>
              <a:gd name="connsiteX177" fmla="*/ 570379 w 10753706"/>
              <a:gd name="connsiteY177" fmla="*/ 1023487 h 1027260"/>
              <a:gd name="connsiteX178" fmla="*/ 482519 w 10753706"/>
              <a:gd name="connsiteY178" fmla="*/ 1002108 h 1027260"/>
              <a:gd name="connsiteX179" fmla="*/ 475319 w 10753706"/>
              <a:gd name="connsiteY179" fmla="*/ 1009922 h 1027260"/>
              <a:gd name="connsiteX180" fmla="*/ 431104 w 10753706"/>
              <a:gd name="connsiteY180" fmla="*/ 1009317 h 1027260"/>
              <a:gd name="connsiteX181" fmla="*/ 363782 w 10753706"/>
              <a:gd name="connsiteY181" fmla="*/ 1007585 h 1027260"/>
              <a:gd name="connsiteX182" fmla="*/ 325533 w 10753706"/>
              <a:gd name="connsiteY182" fmla="*/ 1008502 h 1027260"/>
              <a:gd name="connsiteX183" fmla="*/ 220429 w 10753706"/>
              <a:gd name="connsiteY183" fmla="*/ 1008927 h 1027260"/>
              <a:gd name="connsiteX184" fmla="*/ 114676 w 10753706"/>
              <a:gd name="connsiteY184" fmla="*/ 1007765 h 1027260"/>
              <a:gd name="connsiteX185" fmla="*/ 13470 w 10753706"/>
              <a:gd name="connsiteY185" fmla="*/ 998544 h 1027260"/>
              <a:gd name="connsiteX186" fmla="*/ 0 w 10753706"/>
              <a:gd name="connsiteY186" fmla="*/ 997355 h 10272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</a:cxnLst>
            <a:rect l="l" t="t" r="r" b="b"/>
            <a:pathLst>
              <a:path w="10753706" h="1027260">
                <a:moveTo>
                  <a:pt x="0" y="0"/>
                </a:moveTo>
                <a:lnTo>
                  <a:pt x="10753706" y="0"/>
                </a:lnTo>
                <a:lnTo>
                  <a:pt x="10748809" y="2522"/>
                </a:lnTo>
                <a:cubicBezTo>
                  <a:pt x="10744031" y="4644"/>
                  <a:pt x="10737551" y="7204"/>
                  <a:pt x="10725330" y="11977"/>
                </a:cubicBezTo>
                <a:cubicBezTo>
                  <a:pt x="10700888" y="21523"/>
                  <a:pt x="10652058" y="39304"/>
                  <a:pt x="10615423" y="52967"/>
                </a:cubicBezTo>
                <a:cubicBezTo>
                  <a:pt x="10598524" y="49017"/>
                  <a:pt x="10550674" y="61360"/>
                  <a:pt x="10533936" y="53095"/>
                </a:cubicBezTo>
                <a:cubicBezTo>
                  <a:pt x="10519435" y="55674"/>
                  <a:pt x="10480156" y="49393"/>
                  <a:pt x="10466876" y="45180"/>
                </a:cubicBezTo>
                <a:cubicBezTo>
                  <a:pt x="10443145" y="68059"/>
                  <a:pt x="10382269" y="71294"/>
                  <a:pt x="10355090" y="89741"/>
                </a:cubicBezTo>
                <a:cubicBezTo>
                  <a:pt x="10286222" y="95376"/>
                  <a:pt x="10146285" y="63529"/>
                  <a:pt x="10087145" y="66115"/>
                </a:cubicBezTo>
                <a:cubicBezTo>
                  <a:pt x="10067575" y="79584"/>
                  <a:pt x="10043111" y="68921"/>
                  <a:pt x="10015902" y="76178"/>
                </a:cubicBezTo>
                <a:cubicBezTo>
                  <a:pt x="9952302" y="84628"/>
                  <a:pt x="9893286" y="103337"/>
                  <a:pt x="9806005" y="102435"/>
                </a:cubicBezTo>
                <a:cubicBezTo>
                  <a:pt x="9782247" y="141133"/>
                  <a:pt x="9674787" y="151643"/>
                  <a:pt x="9602583" y="179170"/>
                </a:cubicBezTo>
                <a:cubicBezTo>
                  <a:pt x="9557658" y="187584"/>
                  <a:pt x="9478290" y="154235"/>
                  <a:pt x="9469719" y="174721"/>
                </a:cubicBezTo>
                <a:cubicBezTo>
                  <a:pt x="9443779" y="165070"/>
                  <a:pt x="9431317" y="185692"/>
                  <a:pt x="9408692" y="189513"/>
                </a:cubicBezTo>
                <a:cubicBezTo>
                  <a:pt x="9387154" y="183843"/>
                  <a:pt x="9380475" y="191089"/>
                  <a:pt x="9364151" y="194072"/>
                </a:cubicBezTo>
                <a:cubicBezTo>
                  <a:pt x="9354686" y="190222"/>
                  <a:pt x="9340485" y="191782"/>
                  <a:pt x="9337751" y="197579"/>
                </a:cubicBezTo>
                <a:cubicBezTo>
                  <a:pt x="9349566" y="209270"/>
                  <a:pt x="9297468" y="207714"/>
                  <a:pt x="9297166" y="216558"/>
                </a:cubicBezTo>
                <a:cubicBezTo>
                  <a:pt x="9269057" y="220999"/>
                  <a:pt x="9139630" y="221783"/>
                  <a:pt x="9123859" y="237356"/>
                </a:cubicBezTo>
                <a:cubicBezTo>
                  <a:pt x="9068176" y="249209"/>
                  <a:pt x="8975349" y="235349"/>
                  <a:pt x="8950741" y="238020"/>
                </a:cubicBezTo>
                <a:cubicBezTo>
                  <a:pt x="8916265" y="215428"/>
                  <a:pt x="8822808" y="292026"/>
                  <a:pt x="8718236" y="303148"/>
                </a:cubicBezTo>
                <a:cubicBezTo>
                  <a:pt x="8703111" y="302060"/>
                  <a:pt x="8695551" y="302792"/>
                  <a:pt x="8694011" y="308812"/>
                </a:cubicBezTo>
                <a:cubicBezTo>
                  <a:pt x="8661810" y="312764"/>
                  <a:pt x="8637956" y="329628"/>
                  <a:pt x="8611976" y="324819"/>
                </a:cubicBezTo>
                <a:cubicBezTo>
                  <a:pt x="8621849" y="336388"/>
                  <a:pt x="8562809" y="325917"/>
                  <a:pt x="8562074" y="337971"/>
                </a:cubicBezTo>
                <a:cubicBezTo>
                  <a:pt x="8543699" y="343978"/>
                  <a:pt x="8511321" y="356396"/>
                  <a:pt x="8501724" y="360865"/>
                </a:cubicBezTo>
                <a:lnTo>
                  <a:pt x="8504489" y="364790"/>
                </a:lnTo>
                <a:lnTo>
                  <a:pt x="8492774" y="366181"/>
                </a:lnTo>
                <a:lnTo>
                  <a:pt x="8466405" y="368724"/>
                </a:lnTo>
                <a:cubicBezTo>
                  <a:pt x="8455454" y="372229"/>
                  <a:pt x="8440175" y="385805"/>
                  <a:pt x="8427069" y="387211"/>
                </a:cubicBezTo>
                <a:cubicBezTo>
                  <a:pt x="8400442" y="392215"/>
                  <a:pt x="8397079" y="382989"/>
                  <a:pt x="8387766" y="377161"/>
                </a:cubicBezTo>
                <a:cubicBezTo>
                  <a:pt x="8369233" y="378548"/>
                  <a:pt x="8334756" y="390869"/>
                  <a:pt x="8315874" y="395527"/>
                </a:cubicBezTo>
                <a:cubicBezTo>
                  <a:pt x="8306664" y="400500"/>
                  <a:pt x="8272845" y="393679"/>
                  <a:pt x="8274474" y="405112"/>
                </a:cubicBezTo>
                <a:cubicBezTo>
                  <a:pt x="8255483" y="406194"/>
                  <a:pt x="8244963" y="408376"/>
                  <a:pt x="8234664" y="410219"/>
                </a:cubicBezTo>
                <a:lnTo>
                  <a:pt x="8211268" y="416791"/>
                </a:lnTo>
                <a:cubicBezTo>
                  <a:pt x="8204720" y="419941"/>
                  <a:pt x="8197411" y="422004"/>
                  <a:pt x="8188615" y="421755"/>
                </a:cubicBezTo>
                <a:lnTo>
                  <a:pt x="8179981" y="420402"/>
                </a:lnTo>
                <a:lnTo>
                  <a:pt x="8179307" y="422516"/>
                </a:lnTo>
                <a:cubicBezTo>
                  <a:pt x="8179027" y="425797"/>
                  <a:pt x="8175790" y="448341"/>
                  <a:pt x="8147929" y="450302"/>
                </a:cubicBezTo>
                <a:cubicBezTo>
                  <a:pt x="8130300" y="457967"/>
                  <a:pt x="8114933" y="461015"/>
                  <a:pt x="8089136" y="465283"/>
                </a:cubicBezTo>
                <a:cubicBezTo>
                  <a:pt x="8072810" y="465920"/>
                  <a:pt x="8069376" y="451569"/>
                  <a:pt x="8049973" y="454121"/>
                </a:cubicBezTo>
                <a:cubicBezTo>
                  <a:pt x="7974508" y="471465"/>
                  <a:pt x="8006050" y="447139"/>
                  <a:pt x="7965913" y="464415"/>
                </a:cubicBezTo>
                <a:cubicBezTo>
                  <a:pt x="7958234" y="466025"/>
                  <a:pt x="7951405" y="465800"/>
                  <a:pt x="7945093" y="464798"/>
                </a:cubicBezTo>
                <a:lnTo>
                  <a:pt x="7935335" y="462442"/>
                </a:lnTo>
                <a:lnTo>
                  <a:pt x="7904779" y="471429"/>
                </a:lnTo>
                <a:cubicBezTo>
                  <a:pt x="7889387" y="474999"/>
                  <a:pt x="7872867" y="477951"/>
                  <a:pt x="7855604" y="480199"/>
                </a:cubicBezTo>
                <a:cubicBezTo>
                  <a:pt x="7850005" y="476378"/>
                  <a:pt x="7838628" y="483595"/>
                  <a:pt x="7832630" y="485371"/>
                </a:cubicBezTo>
                <a:cubicBezTo>
                  <a:pt x="7831473" y="482645"/>
                  <a:pt x="7816623" y="482661"/>
                  <a:pt x="7812438" y="485391"/>
                </a:cubicBezTo>
                <a:cubicBezTo>
                  <a:pt x="7709470" y="505049"/>
                  <a:pt x="7759426" y="473956"/>
                  <a:pt x="7701399" y="495197"/>
                </a:cubicBezTo>
                <a:cubicBezTo>
                  <a:pt x="7690986" y="496989"/>
                  <a:pt x="7682397" y="496365"/>
                  <a:pt x="7674778" y="494723"/>
                </a:cubicBezTo>
                <a:lnTo>
                  <a:pt x="7660445" y="490194"/>
                </a:lnTo>
                <a:lnTo>
                  <a:pt x="7651781" y="493084"/>
                </a:lnTo>
                <a:cubicBezTo>
                  <a:pt x="7616113" y="496548"/>
                  <a:pt x="7603273" y="491735"/>
                  <a:pt x="7584807" y="499490"/>
                </a:cubicBezTo>
                <a:cubicBezTo>
                  <a:pt x="7549256" y="490212"/>
                  <a:pt x="7563949" y="500167"/>
                  <a:pt x="7541324" y="504184"/>
                </a:cubicBezTo>
                <a:cubicBezTo>
                  <a:pt x="7523851" y="508307"/>
                  <a:pt x="7559546" y="509825"/>
                  <a:pt x="7541756" y="512184"/>
                </a:cubicBezTo>
                <a:cubicBezTo>
                  <a:pt x="7520963" y="510864"/>
                  <a:pt x="7525755" y="520497"/>
                  <a:pt x="7503906" y="518551"/>
                </a:cubicBezTo>
                <a:cubicBezTo>
                  <a:pt x="7505924" y="510774"/>
                  <a:pt x="7464361" y="523683"/>
                  <a:pt x="7460411" y="517415"/>
                </a:cubicBezTo>
                <a:lnTo>
                  <a:pt x="7460116" y="517548"/>
                </a:lnTo>
                <a:cubicBezTo>
                  <a:pt x="7447785" y="530928"/>
                  <a:pt x="7310141" y="550568"/>
                  <a:pt x="7297810" y="563947"/>
                </a:cubicBezTo>
                <a:cubicBezTo>
                  <a:pt x="7221791" y="605698"/>
                  <a:pt x="7039072" y="646008"/>
                  <a:pt x="6946388" y="665244"/>
                </a:cubicBezTo>
                <a:cubicBezTo>
                  <a:pt x="6853704" y="684480"/>
                  <a:pt x="6804875" y="677485"/>
                  <a:pt x="6741704" y="679365"/>
                </a:cubicBezTo>
                <a:lnTo>
                  <a:pt x="6624680" y="677674"/>
                </a:lnTo>
                <a:lnTo>
                  <a:pt x="6605700" y="683566"/>
                </a:lnTo>
                <a:cubicBezTo>
                  <a:pt x="6603309" y="685184"/>
                  <a:pt x="6599550" y="685647"/>
                  <a:pt x="6576922" y="683030"/>
                </a:cubicBezTo>
                <a:cubicBezTo>
                  <a:pt x="6527275" y="698355"/>
                  <a:pt x="6440981" y="702347"/>
                  <a:pt x="6405123" y="721946"/>
                </a:cubicBezTo>
                <a:cubicBezTo>
                  <a:pt x="6407963" y="715467"/>
                  <a:pt x="6383450" y="712913"/>
                  <a:pt x="6368938" y="717341"/>
                </a:cubicBezTo>
                <a:cubicBezTo>
                  <a:pt x="6377914" y="692119"/>
                  <a:pt x="6315316" y="744281"/>
                  <a:pt x="6295102" y="729508"/>
                </a:cubicBezTo>
                <a:cubicBezTo>
                  <a:pt x="6300358" y="744473"/>
                  <a:pt x="6240070" y="776254"/>
                  <a:pt x="6202084" y="767091"/>
                </a:cubicBezTo>
                <a:cubicBezTo>
                  <a:pt x="6152826" y="774744"/>
                  <a:pt x="6122010" y="790367"/>
                  <a:pt x="6067157" y="790339"/>
                </a:cubicBezTo>
                <a:cubicBezTo>
                  <a:pt x="6066310" y="792484"/>
                  <a:pt x="6064283" y="794403"/>
                  <a:pt x="6061443" y="796151"/>
                </a:cubicBezTo>
                <a:lnTo>
                  <a:pt x="6051406" y="800684"/>
                </a:lnTo>
                <a:lnTo>
                  <a:pt x="6049097" y="800636"/>
                </a:lnTo>
                <a:cubicBezTo>
                  <a:pt x="6040408" y="801393"/>
                  <a:pt x="6036299" y="802645"/>
                  <a:pt x="6034222" y="804110"/>
                </a:cubicBezTo>
                <a:lnTo>
                  <a:pt x="6033121" y="806078"/>
                </a:lnTo>
                <a:lnTo>
                  <a:pt x="6023593" y="808842"/>
                </a:lnTo>
                <a:lnTo>
                  <a:pt x="6006639" y="815304"/>
                </a:lnTo>
                <a:lnTo>
                  <a:pt x="6001762" y="815557"/>
                </a:lnTo>
                <a:lnTo>
                  <a:pt x="5973534" y="823815"/>
                </a:lnTo>
                <a:lnTo>
                  <a:pt x="5972336" y="823476"/>
                </a:lnTo>
                <a:cubicBezTo>
                  <a:pt x="5969004" y="822901"/>
                  <a:pt x="5965329" y="822833"/>
                  <a:pt x="5960841" y="823819"/>
                </a:cubicBezTo>
                <a:cubicBezTo>
                  <a:pt x="5955860" y="815655"/>
                  <a:pt x="5953515" y="821882"/>
                  <a:pt x="5940719" y="825514"/>
                </a:cubicBezTo>
                <a:cubicBezTo>
                  <a:pt x="5930130" y="813644"/>
                  <a:pt x="5900943" y="827979"/>
                  <a:pt x="5884298" y="823806"/>
                </a:cubicBezTo>
                <a:cubicBezTo>
                  <a:pt x="5875133" y="826741"/>
                  <a:pt x="5865250" y="829630"/>
                  <a:pt x="5854779" y="832365"/>
                </a:cubicBezTo>
                <a:lnTo>
                  <a:pt x="5848382" y="833844"/>
                </a:lnTo>
                <a:lnTo>
                  <a:pt x="5848066" y="833772"/>
                </a:lnTo>
                <a:cubicBezTo>
                  <a:pt x="5846273" y="833879"/>
                  <a:pt x="5844018" y="834284"/>
                  <a:pt x="5840944" y="835132"/>
                </a:cubicBezTo>
                <a:lnTo>
                  <a:pt x="5836719" y="836539"/>
                </a:lnTo>
                <a:lnTo>
                  <a:pt x="5824311" y="839408"/>
                </a:lnTo>
                <a:lnTo>
                  <a:pt x="5818788" y="839727"/>
                </a:lnTo>
                <a:cubicBezTo>
                  <a:pt x="5797008" y="838594"/>
                  <a:pt x="5786883" y="822081"/>
                  <a:pt x="5763953" y="834282"/>
                </a:cubicBezTo>
                <a:cubicBezTo>
                  <a:pt x="5726813" y="837521"/>
                  <a:pt x="5699446" y="830949"/>
                  <a:pt x="5667748" y="840211"/>
                </a:cubicBezTo>
                <a:cubicBezTo>
                  <a:pt x="5632959" y="843205"/>
                  <a:pt x="5601436" y="842280"/>
                  <a:pt x="5573108" y="847611"/>
                </a:cubicBezTo>
                <a:cubicBezTo>
                  <a:pt x="5560030" y="845832"/>
                  <a:pt x="5549547" y="851598"/>
                  <a:pt x="5539137" y="851033"/>
                </a:cubicBezTo>
                <a:cubicBezTo>
                  <a:pt x="5528728" y="850467"/>
                  <a:pt x="5529256" y="837509"/>
                  <a:pt x="5510651" y="844215"/>
                </a:cubicBezTo>
                <a:cubicBezTo>
                  <a:pt x="5494241" y="833607"/>
                  <a:pt x="5466101" y="839171"/>
                  <a:pt x="5457331" y="839159"/>
                </a:cubicBezTo>
                <a:lnTo>
                  <a:pt x="5410613" y="834358"/>
                </a:lnTo>
                <a:lnTo>
                  <a:pt x="5370040" y="862127"/>
                </a:lnTo>
                <a:cubicBezTo>
                  <a:pt x="5357863" y="856469"/>
                  <a:pt x="5319115" y="868069"/>
                  <a:pt x="5318778" y="855310"/>
                </a:cubicBezTo>
                <a:cubicBezTo>
                  <a:pt x="5303920" y="857760"/>
                  <a:pt x="5296727" y="863736"/>
                  <a:pt x="5298645" y="855171"/>
                </a:cubicBezTo>
                <a:cubicBezTo>
                  <a:pt x="5287819" y="855897"/>
                  <a:pt x="5267444" y="857825"/>
                  <a:pt x="5253828" y="859670"/>
                </a:cubicBezTo>
                <a:lnTo>
                  <a:pt x="5216955" y="866245"/>
                </a:lnTo>
                <a:lnTo>
                  <a:pt x="5214344" y="868102"/>
                </a:lnTo>
                <a:cubicBezTo>
                  <a:pt x="5210778" y="868719"/>
                  <a:pt x="5200859" y="869042"/>
                  <a:pt x="5195561" y="869949"/>
                </a:cubicBezTo>
                <a:lnTo>
                  <a:pt x="5182555" y="873542"/>
                </a:lnTo>
                <a:cubicBezTo>
                  <a:pt x="5178496" y="875023"/>
                  <a:pt x="5175066" y="876746"/>
                  <a:pt x="5172552" y="878801"/>
                </a:cubicBezTo>
                <a:cubicBezTo>
                  <a:pt x="5121406" y="873797"/>
                  <a:pt x="5080096" y="886529"/>
                  <a:pt x="5027993" y="889666"/>
                </a:cubicBezTo>
                <a:cubicBezTo>
                  <a:pt x="4999924" y="877115"/>
                  <a:pt x="4946973" y="919452"/>
                  <a:pt x="4939844" y="934802"/>
                </a:cubicBezTo>
                <a:cubicBezTo>
                  <a:pt x="4895154" y="940701"/>
                  <a:pt x="4844006" y="928240"/>
                  <a:pt x="4792576" y="934820"/>
                </a:cubicBezTo>
                <a:lnTo>
                  <a:pt x="4602423" y="958063"/>
                </a:lnTo>
                <a:cubicBezTo>
                  <a:pt x="4488530" y="967131"/>
                  <a:pt x="4399004" y="969822"/>
                  <a:pt x="4290656" y="969152"/>
                </a:cubicBezTo>
                <a:cubicBezTo>
                  <a:pt x="4182308" y="968482"/>
                  <a:pt x="4046938" y="971167"/>
                  <a:pt x="3952334" y="954043"/>
                </a:cubicBezTo>
                <a:lnTo>
                  <a:pt x="3858560" y="948781"/>
                </a:lnTo>
                <a:lnTo>
                  <a:pt x="3846597" y="948382"/>
                </a:lnTo>
                <a:cubicBezTo>
                  <a:pt x="3807516" y="956616"/>
                  <a:pt x="3767475" y="941640"/>
                  <a:pt x="3736044" y="947759"/>
                </a:cubicBezTo>
                <a:cubicBezTo>
                  <a:pt x="3727323" y="948128"/>
                  <a:pt x="3719828" y="947771"/>
                  <a:pt x="3713136" y="946963"/>
                </a:cubicBezTo>
                <a:lnTo>
                  <a:pt x="3695939" y="943639"/>
                </a:lnTo>
                <a:lnTo>
                  <a:pt x="3694125" y="940567"/>
                </a:lnTo>
                <a:lnTo>
                  <a:pt x="3681925" y="939706"/>
                </a:lnTo>
                <a:lnTo>
                  <a:pt x="3679204" y="938926"/>
                </a:lnTo>
                <a:cubicBezTo>
                  <a:pt x="3668160" y="939028"/>
                  <a:pt x="3634193" y="940875"/>
                  <a:pt x="3615656" y="940320"/>
                </a:cubicBezTo>
                <a:cubicBezTo>
                  <a:pt x="3582626" y="936974"/>
                  <a:pt x="3593904" y="949140"/>
                  <a:pt x="3567983" y="935596"/>
                </a:cubicBezTo>
                <a:cubicBezTo>
                  <a:pt x="3504185" y="939048"/>
                  <a:pt x="3482818" y="922224"/>
                  <a:pt x="3422423" y="932129"/>
                </a:cubicBezTo>
                <a:cubicBezTo>
                  <a:pt x="3369166" y="933413"/>
                  <a:pt x="3329486" y="910108"/>
                  <a:pt x="3310925" y="911072"/>
                </a:cubicBezTo>
                <a:cubicBezTo>
                  <a:pt x="3261363" y="909787"/>
                  <a:pt x="3198415" y="933574"/>
                  <a:pt x="3139421" y="934151"/>
                </a:cubicBezTo>
                <a:cubicBezTo>
                  <a:pt x="3088799" y="931012"/>
                  <a:pt x="3038941" y="938464"/>
                  <a:pt x="2996922" y="927537"/>
                </a:cubicBezTo>
                <a:cubicBezTo>
                  <a:pt x="2992673" y="929234"/>
                  <a:pt x="2987900" y="930498"/>
                  <a:pt x="2982785" y="931453"/>
                </a:cubicBezTo>
                <a:lnTo>
                  <a:pt x="2967478" y="933397"/>
                </a:lnTo>
                <a:lnTo>
                  <a:pt x="2948552" y="932961"/>
                </a:lnTo>
                <a:lnTo>
                  <a:pt x="2944404" y="934452"/>
                </a:lnTo>
                <a:lnTo>
                  <a:pt x="2908608" y="937205"/>
                </a:lnTo>
                <a:lnTo>
                  <a:pt x="2904443" y="936455"/>
                </a:lnTo>
                <a:lnTo>
                  <a:pt x="2868935" y="938022"/>
                </a:lnTo>
                <a:lnTo>
                  <a:pt x="2868586" y="937487"/>
                </a:lnTo>
                <a:cubicBezTo>
                  <a:pt x="2866994" y="936327"/>
                  <a:pt x="2864292" y="935538"/>
                  <a:pt x="2859191" y="935503"/>
                </a:cubicBezTo>
                <a:cubicBezTo>
                  <a:pt x="2869075" y="927418"/>
                  <a:pt x="2856828" y="932364"/>
                  <a:pt x="2840915" y="932977"/>
                </a:cubicBezTo>
                <a:lnTo>
                  <a:pt x="2763509" y="921850"/>
                </a:lnTo>
                <a:lnTo>
                  <a:pt x="2756121" y="921864"/>
                </a:lnTo>
                <a:cubicBezTo>
                  <a:pt x="2756081" y="921822"/>
                  <a:pt x="2756039" y="921781"/>
                  <a:pt x="2755998" y="921739"/>
                </a:cubicBezTo>
                <a:cubicBezTo>
                  <a:pt x="2754445" y="921476"/>
                  <a:pt x="2752036" y="921380"/>
                  <a:pt x="2748255" y="921505"/>
                </a:cubicBezTo>
                <a:lnTo>
                  <a:pt x="2694601" y="915575"/>
                </a:lnTo>
                <a:cubicBezTo>
                  <a:pt x="2671223" y="919874"/>
                  <a:pt x="2666972" y="913376"/>
                  <a:pt x="2635357" y="910976"/>
                </a:cubicBezTo>
                <a:cubicBezTo>
                  <a:pt x="2621906" y="915051"/>
                  <a:pt x="2611315" y="913542"/>
                  <a:pt x="2601047" y="910263"/>
                </a:cubicBezTo>
                <a:cubicBezTo>
                  <a:pt x="2570084" y="912074"/>
                  <a:pt x="2542135" y="907435"/>
                  <a:pt x="2507482" y="906211"/>
                </a:cubicBezTo>
                <a:cubicBezTo>
                  <a:pt x="2469706" y="911437"/>
                  <a:pt x="2450920" y="901812"/>
                  <a:pt x="2413884" y="900545"/>
                </a:cubicBezTo>
                <a:cubicBezTo>
                  <a:pt x="2381338" y="909664"/>
                  <a:pt x="2387753" y="892438"/>
                  <a:pt x="2368912" y="888755"/>
                </a:cubicBezTo>
                <a:lnTo>
                  <a:pt x="2349490" y="889719"/>
                </a:lnTo>
                <a:lnTo>
                  <a:pt x="2344290" y="890584"/>
                </a:lnTo>
                <a:cubicBezTo>
                  <a:pt x="2340673" y="891041"/>
                  <a:pt x="2338228" y="891167"/>
                  <a:pt x="2336488" y="891058"/>
                </a:cubicBezTo>
                <a:lnTo>
                  <a:pt x="2329015" y="891627"/>
                </a:lnTo>
                <a:cubicBezTo>
                  <a:pt x="2316843" y="893039"/>
                  <a:pt x="2305064" y="894669"/>
                  <a:pt x="2293898" y="896431"/>
                </a:cubicBezTo>
                <a:cubicBezTo>
                  <a:pt x="2282637" y="890404"/>
                  <a:pt x="2242346" y="900851"/>
                  <a:pt x="2243927" y="888076"/>
                </a:cubicBezTo>
                <a:cubicBezTo>
                  <a:pt x="2228778" y="890081"/>
                  <a:pt x="2220725" y="895845"/>
                  <a:pt x="2223920" y="887331"/>
                </a:cubicBezTo>
                <a:cubicBezTo>
                  <a:pt x="2218877" y="887756"/>
                  <a:pt x="2215583" y="887254"/>
                  <a:pt x="2213081" y="886302"/>
                </a:cubicBezTo>
                <a:lnTo>
                  <a:pt x="2212307" y="885829"/>
                </a:lnTo>
                <a:lnTo>
                  <a:pt x="2152321" y="894418"/>
                </a:lnTo>
                <a:lnTo>
                  <a:pt x="2140985" y="895968"/>
                </a:lnTo>
                <a:lnTo>
                  <a:pt x="2121210" y="899354"/>
                </a:lnTo>
                <a:lnTo>
                  <a:pt x="2119146" y="899033"/>
                </a:lnTo>
                <a:lnTo>
                  <a:pt x="2105666" y="902240"/>
                </a:lnTo>
                <a:cubicBezTo>
                  <a:pt x="2101407" y="903601"/>
                  <a:pt x="2097735" y="905221"/>
                  <a:pt x="2094924" y="907203"/>
                </a:cubicBezTo>
                <a:cubicBezTo>
                  <a:pt x="2044793" y="900664"/>
                  <a:pt x="2001785" y="912168"/>
                  <a:pt x="1949478" y="913748"/>
                </a:cubicBezTo>
                <a:cubicBezTo>
                  <a:pt x="1891937" y="919585"/>
                  <a:pt x="1810334" y="935486"/>
                  <a:pt x="1749684" y="942223"/>
                </a:cubicBezTo>
                <a:lnTo>
                  <a:pt x="1585576" y="954170"/>
                </a:lnTo>
                <a:cubicBezTo>
                  <a:pt x="1549165" y="943719"/>
                  <a:pt x="1511425" y="950847"/>
                  <a:pt x="1476250" y="950653"/>
                </a:cubicBezTo>
                <a:cubicBezTo>
                  <a:pt x="1488515" y="961596"/>
                  <a:pt x="1432660" y="946795"/>
                  <a:pt x="1433927" y="959926"/>
                </a:cubicBezTo>
                <a:cubicBezTo>
                  <a:pt x="1427485" y="959475"/>
                  <a:pt x="1421205" y="958623"/>
                  <a:pt x="1414893" y="957671"/>
                </a:cubicBezTo>
                <a:lnTo>
                  <a:pt x="1411585" y="957179"/>
                </a:lnTo>
                <a:lnTo>
                  <a:pt x="1398896" y="957460"/>
                </a:lnTo>
                <a:lnTo>
                  <a:pt x="1394632" y="954725"/>
                </a:lnTo>
                <a:lnTo>
                  <a:pt x="1375043" y="953132"/>
                </a:lnTo>
                <a:cubicBezTo>
                  <a:pt x="1367813" y="952970"/>
                  <a:pt x="1360155" y="953305"/>
                  <a:pt x="1351876" y="954436"/>
                </a:cubicBezTo>
                <a:cubicBezTo>
                  <a:pt x="1325912" y="963028"/>
                  <a:pt x="1274459" y="952492"/>
                  <a:pt x="1242676" y="963767"/>
                </a:cubicBezTo>
                <a:cubicBezTo>
                  <a:pt x="1230276" y="966918"/>
                  <a:pt x="1216715" y="977098"/>
                  <a:pt x="1205993" y="974080"/>
                </a:cubicBezTo>
                <a:cubicBezTo>
                  <a:pt x="1174251" y="974112"/>
                  <a:pt x="1086982" y="964420"/>
                  <a:pt x="1052221" y="963954"/>
                </a:cubicBezTo>
                <a:cubicBezTo>
                  <a:pt x="1038515" y="970622"/>
                  <a:pt x="1009522" y="962342"/>
                  <a:pt x="968270" y="964761"/>
                </a:cubicBezTo>
                <a:cubicBezTo>
                  <a:pt x="943437" y="973698"/>
                  <a:pt x="900136" y="991017"/>
                  <a:pt x="874493" y="998122"/>
                </a:cubicBezTo>
                <a:cubicBezTo>
                  <a:pt x="848849" y="1005226"/>
                  <a:pt x="853424" y="1009427"/>
                  <a:pt x="814411" y="1007391"/>
                </a:cubicBezTo>
                <a:cubicBezTo>
                  <a:pt x="765926" y="1022821"/>
                  <a:pt x="732885" y="1009859"/>
                  <a:pt x="688604" y="1015631"/>
                </a:cubicBezTo>
                <a:cubicBezTo>
                  <a:pt x="638045" y="1020877"/>
                  <a:pt x="677999" y="1011556"/>
                  <a:pt x="618171" y="1027260"/>
                </a:cubicBezTo>
                <a:cubicBezTo>
                  <a:pt x="609680" y="1023165"/>
                  <a:pt x="583253" y="1020277"/>
                  <a:pt x="570379" y="1023487"/>
                </a:cubicBezTo>
                <a:cubicBezTo>
                  <a:pt x="543992" y="1022523"/>
                  <a:pt x="505183" y="1001686"/>
                  <a:pt x="482519" y="1002108"/>
                </a:cubicBezTo>
                <a:cubicBezTo>
                  <a:pt x="464011" y="1002285"/>
                  <a:pt x="495211" y="1007995"/>
                  <a:pt x="475319" y="1009922"/>
                </a:cubicBezTo>
                <a:cubicBezTo>
                  <a:pt x="450818" y="1011135"/>
                  <a:pt x="454804" y="1022539"/>
                  <a:pt x="431104" y="1009317"/>
                </a:cubicBezTo>
                <a:cubicBezTo>
                  <a:pt x="406857" y="1014651"/>
                  <a:pt x="399686" y="1008456"/>
                  <a:pt x="363782" y="1007585"/>
                </a:cubicBezTo>
                <a:cubicBezTo>
                  <a:pt x="350440" y="1012231"/>
                  <a:pt x="338145" y="1011245"/>
                  <a:pt x="325533" y="1008502"/>
                </a:cubicBezTo>
                <a:cubicBezTo>
                  <a:pt x="291944" y="1011745"/>
                  <a:pt x="259251" y="1008497"/>
                  <a:pt x="220429" y="1008927"/>
                </a:cubicBezTo>
                <a:cubicBezTo>
                  <a:pt x="180594" y="1015852"/>
                  <a:pt x="156150" y="1007265"/>
                  <a:pt x="114676" y="1007765"/>
                </a:cubicBezTo>
                <a:cubicBezTo>
                  <a:pt x="85718" y="1006195"/>
                  <a:pt x="43316" y="1001491"/>
                  <a:pt x="13470" y="998544"/>
                </a:cubicBezTo>
                <a:lnTo>
                  <a:pt x="0" y="997355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B4165D8A-08CF-CF42-6207-7215267B1A18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515221" y="762896"/>
            <a:ext cx="10735733" cy="5770811"/>
          </a:xfrm>
          <a:prstGeom prst="rect">
            <a:avLst/>
          </a:prstGeom>
          <a:solidFill>
            <a:srgbClr val="F3F5F6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sz="1700" b="1" dirty="0">
                <a:latin typeface="+mn-lt"/>
              </a:rPr>
              <a:t>Native Microsoft Tools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sz="1700" dirty="0">
                <a:latin typeface="+mn-lt"/>
              </a:rPr>
              <a:t>These tools are built into SQL Server and SQL Server Management Studio (SSMS) and provide essential monitoring and analysis capabilities. 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en-US" sz="1700" dirty="0">
              <a:latin typeface="+mn-l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n-US" altLang="en-US" sz="1700" dirty="0">
                <a:latin typeface="+mn-lt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Query Store</a:t>
            </a:r>
            <a:r>
              <a:rPr lang="en-US" altLang="en-US" sz="1700" dirty="0">
                <a:latin typeface="+mn-lt"/>
              </a:rPr>
              <a:t>: Automatically captures a history of queries, execution plans, and runtime statistics to help identify performance regressions.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lang="en-US" altLang="en-US" sz="1700" dirty="0">
              <a:latin typeface="+mn-l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n-US" altLang="en-US" sz="1700" dirty="0">
                <a:latin typeface="+mn-lt"/>
              </a:rPr>
              <a:t>Execution Plans: Graphical representations of how the SQL engine processes a query, highlighting inefficiencies like expensive table scans or missing indexes.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lang="en-US" altLang="en-US" sz="1700" dirty="0">
              <a:latin typeface="+mn-l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n-US" altLang="en-US" sz="1700" dirty="0">
                <a:latin typeface="+mn-lt"/>
              </a:rPr>
              <a:t>Database Engine Tuning Advisor (DTA): Analyzes query workloads and provides automated recommendations for creating or dropping indexes and partitions.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lang="en-US" altLang="en-US" sz="1700" dirty="0">
              <a:latin typeface="+mn-l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n-US" altLang="en-US" sz="1700" dirty="0">
                <a:latin typeface="+mn-lt"/>
              </a:rPr>
              <a:t>Activity Monitor: Provides real-time insights into active processes, resource waits, and the most resource-intensive queries currently running.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lang="en-US" altLang="en-US" sz="1700" dirty="0">
              <a:latin typeface="+mn-l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n-US" altLang="en-US" sz="1700" dirty="0">
                <a:latin typeface="+mn-lt"/>
              </a:rPr>
              <a:t>Extended Events (</a:t>
            </a:r>
            <a:r>
              <a:rPr lang="en-US" altLang="en-US" sz="1700" dirty="0" err="1">
                <a:latin typeface="+mn-lt"/>
              </a:rPr>
              <a:t>XEvents</a:t>
            </a:r>
            <a:r>
              <a:rPr lang="en-US" altLang="en-US" sz="1700" dirty="0">
                <a:latin typeface="+mn-lt"/>
              </a:rPr>
              <a:t>): A modern, lightweight tracing system that replaces the deprecated SQL Server Profiler for capturing detailed database events.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lang="en-US" altLang="en-US" sz="1700" dirty="0">
              <a:latin typeface="+mn-l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n-US" altLang="en-US" sz="1700" dirty="0">
                <a:latin typeface="+mn-lt"/>
              </a:rPr>
              <a:t>Dynamic Management Views (DMVs): System views that provide granular data on server health, such as </a:t>
            </a:r>
            <a:r>
              <a:rPr lang="en-US" altLang="en-US" sz="1700" dirty="0" err="1">
                <a:latin typeface="+mn-lt"/>
              </a:rPr>
              <a:t>sys.dm_exec_query_stats</a:t>
            </a:r>
            <a:r>
              <a:rPr lang="en-US" altLang="en-US" sz="1700" dirty="0">
                <a:latin typeface="+mn-lt"/>
              </a:rPr>
              <a:t> for query metrics and </a:t>
            </a:r>
            <a:r>
              <a:rPr lang="en-US" altLang="en-US" sz="1700" dirty="0" err="1">
                <a:latin typeface="+mn-lt"/>
              </a:rPr>
              <a:t>sys.dm_os_wait_stats</a:t>
            </a:r>
            <a:r>
              <a:rPr lang="en-US" altLang="en-US" sz="1700" dirty="0">
                <a:latin typeface="+mn-lt"/>
              </a:rPr>
              <a:t> for bottleneck analysis.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8045454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31BAD53-4E89-4F62-BBB7-26359763ED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62756DA2-40EB-4C6F-B962-5822FFB54F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5653438" cy="6858000"/>
          </a:xfrm>
          <a:custGeom>
            <a:avLst/>
            <a:gdLst>
              <a:gd name="connsiteX0" fmla="*/ 0 w 6096000"/>
              <a:gd name="connsiteY0" fmla="*/ 0 h 6858000"/>
              <a:gd name="connsiteX1" fmla="*/ 5567517 w 6096000"/>
              <a:gd name="connsiteY1" fmla="*/ 0 h 6858000"/>
              <a:gd name="connsiteX2" fmla="*/ 5566938 w 6096000"/>
              <a:gd name="connsiteY2" fmla="*/ 1705 h 6858000"/>
              <a:gd name="connsiteX3" fmla="*/ 5551594 w 6096000"/>
              <a:gd name="connsiteY3" fmla="*/ 17287 h 6858000"/>
              <a:gd name="connsiteX4" fmla="*/ 5545641 w 6096000"/>
              <a:gd name="connsiteY4" fmla="*/ 130336 h 6858000"/>
              <a:gd name="connsiteX5" fmla="*/ 5538289 w 6096000"/>
              <a:gd name="connsiteY5" fmla="*/ 187093 h 6858000"/>
              <a:gd name="connsiteX6" fmla="*/ 5545790 w 6096000"/>
              <a:gd name="connsiteY6" fmla="*/ 265704 h 6858000"/>
              <a:gd name="connsiteX7" fmla="*/ 5542313 w 6096000"/>
              <a:gd name="connsiteY7" fmla="*/ 354566 h 6858000"/>
              <a:gd name="connsiteX8" fmla="*/ 5524126 w 6096000"/>
              <a:gd name="connsiteY8" fmla="*/ 472000 h 6858000"/>
              <a:gd name="connsiteX9" fmla="*/ 5522170 w 6096000"/>
              <a:gd name="connsiteY9" fmla="*/ 473782 h 6858000"/>
              <a:gd name="connsiteX10" fmla="*/ 5521798 w 6096000"/>
              <a:gd name="connsiteY10" fmla="*/ 491380 h 6858000"/>
              <a:gd name="connsiteX11" fmla="*/ 5536419 w 6096000"/>
              <a:gd name="connsiteY11" fmla="*/ 531675 h 6858000"/>
              <a:gd name="connsiteX12" fmla="*/ 5533435 w 6096000"/>
              <a:gd name="connsiteY12" fmla="*/ 536015 h 6858000"/>
              <a:gd name="connsiteX13" fmla="*/ 5538088 w 6096000"/>
              <a:gd name="connsiteY13" fmla="*/ 572092 h 6858000"/>
              <a:gd name="connsiteX14" fmla="*/ 5536061 w 6096000"/>
              <a:gd name="connsiteY14" fmla="*/ 572511 h 6858000"/>
              <a:gd name="connsiteX15" fmla="*/ 5528218 w 6096000"/>
              <a:gd name="connsiteY15" fmla="*/ 582332 h 6858000"/>
              <a:gd name="connsiteX16" fmla="*/ 5518011 w 6096000"/>
              <a:gd name="connsiteY16" fmla="*/ 601285 h 6858000"/>
              <a:gd name="connsiteX17" fmla="*/ 5473174 w 6096000"/>
              <a:gd name="connsiteY17" fmla="*/ 681608 h 6858000"/>
              <a:gd name="connsiteX18" fmla="*/ 5472963 w 6096000"/>
              <a:gd name="connsiteY18" fmla="*/ 689151 h 6858000"/>
              <a:gd name="connsiteX19" fmla="*/ 5472485 w 6096000"/>
              <a:gd name="connsiteY19" fmla="*/ 689289 h 6858000"/>
              <a:gd name="connsiteX20" fmla="*/ 5471326 w 6096000"/>
              <a:gd name="connsiteY20" fmla="*/ 697222 h 6858000"/>
              <a:gd name="connsiteX21" fmla="*/ 5472164 w 6096000"/>
              <a:gd name="connsiteY21" fmla="*/ 717531 h 6858000"/>
              <a:gd name="connsiteX22" fmla="*/ 5468891 w 6096000"/>
              <a:gd name="connsiteY22" fmla="*/ 722494 h 6858000"/>
              <a:gd name="connsiteX23" fmla="*/ 5463081 w 6096000"/>
              <a:gd name="connsiteY23" fmla="*/ 724368 h 6858000"/>
              <a:gd name="connsiteX24" fmla="*/ 5446981 w 6096000"/>
              <a:gd name="connsiteY24" fmla="*/ 752692 h 6858000"/>
              <a:gd name="connsiteX25" fmla="*/ 5417190 w 6096000"/>
              <a:gd name="connsiteY25" fmla="*/ 816346 h 6858000"/>
              <a:gd name="connsiteX26" fmla="*/ 5388958 w 6096000"/>
              <a:gd name="connsiteY26" fmla="*/ 889417 h 6858000"/>
              <a:gd name="connsiteX27" fmla="*/ 5307044 w 6096000"/>
              <a:gd name="connsiteY27" fmla="*/ 1063288 h 6858000"/>
              <a:gd name="connsiteX28" fmla="*/ 5303837 w 6096000"/>
              <a:gd name="connsiteY28" fmla="*/ 1157176 h 6858000"/>
              <a:gd name="connsiteX29" fmla="*/ 5286494 w 6096000"/>
              <a:gd name="connsiteY29" fmla="*/ 1210776 h 6858000"/>
              <a:gd name="connsiteX30" fmla="*/ 5282463 w 6096000"/>
              <a:gd name="connsiteY30" fmla="*/ 1301993 h 6858000"/>
              <a:gd name="connsiteX31" fmla="*/ 5252235 w 6096000"/>
              <a:gd name="connsiteY31" fmla="*/ 1360879 h 6858000"/>
              <a:gd name="connsiteX32" fmla="*/ 5244497 w 6096000"/>
              <a:gd name="connsiteY32" fmla="*/ 1404045 h 6858000"/>
              <a:gd name="connsiteX33" fmla="*/ 5223823 w 6096000"/>
              <a:gd name="connsiteY33" fmla="*/ 1429568 h 6858000"/>
              <a:gd name="connsiteX34" fmla="*/ 5224851 w 6096000"/>
              <a:gd name="connsiteY34" fmla="*/ 1430305 h 6858000"/>
              <a:gd name="connsiteX35" fmla="*/ 5212394 w 6096000"/>
              <a:gd name="connsiteY35" fmla="*/ 1463304 h 6858000"/>
              <a:gd name="connsiteX36" fmla="*/ 5209958 w 6096000"/>
              <a:gd name="connsiteY36" fmla="*/ 1514846 h 6858000"/>
              <a:gd name="connsiteX37" fmla="*/ 5206417 w 6096000"/>
              <a:gd name="connsiteY37" fmla="*/ 1519731 h 6858000"/>
              <a:gd name="connsiteX38" fmla="*/ 5206640 w 6096000"/>
              <a:gd name="connsiteY38" fmla="*/ 1519929 h 6858000"/>
              <a:gd name="connsiteX39" fmla="*/ 5207632 w 6096000"/>
              <a:gd name="connsiteY39" fmla="*/ 1546022 h 6858000"/>
              <a:gd name="connsiteX40" fmla="*/ 5212030 w 6096000"/>
              <a:gd name="connsiteY40" fmla="*/ 1578752 h 6858000"/>
              <a:gd name="connsiteX41" fmla="*/ 5203533 w 6096000"/>
              <a:gd name="connsiteY41" fmla="*/ 1647555 h 6858000"/>
              <a:gd name="connsiteX42" fmla="*/ 5190877 w 6096000"/>
              <a:gd name="connsiteY42" fmla="*/ 1715685 h 6858000"/>
              <a:gd name="connsiteX43" fmla="*/ 5184235 w 6096000"/>
              <a:gd name="connsiteY43" fmla="*/ 1740358 h 6858000"/>
              <a:gd name="connsiteX44" fmla="*/ 5181475 w 6096000"/>
              <a:gd name="connsiteY44" fmla="*/ 1784314 h 6858000"/>
              <a:gd name="connsiteX45" fmla="*/ 5185845 w 6096000"/>
              <a:gd name="connsiteY45" fmla="*/ 1804434 h 6858000"/>
              <a:gd name="connsiteX46" fmla="*/ 5185068 w 6096000"/>
              <a:gd name="connsiteY46" fmla="*/ 1805316 h 6858000"/>
              <a:gd name="connsiteX47" fmla="*/ 5188593 w 6096000"/>
              <a:gd name="connsiteY47" fmla="*/ 1807109 h 6858000"/>
              <a:gd name="connsiteX48" fmla="*/ 5185920 w 6096000"/>
              <a:gd name="connsiteY48" fmla="*/ 1821003 h 6858000"/>
              <a:gd name="connsiteX49" fmla="*/ 5183543 w 6096000"/>
              <a:gd name="connsiteY49" fmla="*/ 1824832 h 6858000"/>
              <a:gd name="connsiteX50" fmla="*/ 5182235 w 6096000"/>
              <a:gd name="connsiteY50" fmla="*/ 1830429 h 6858000"/>
              <a:gd name="connsiteX51" fmla="*/ 5182525 w 6096000"/>
              <a:gd name="connsiteY51" fmla="*/ 1830569 h 6858000"/>
              <a:gd name="connsiteX52" fmla="*/ 5180663 w 6096000"/>
              <a:gd name="connsiteY52" fmla="*/ 1835810 h 6858000"/>
              <a:gd name="connsiteX53" fmla="*/ 5167452 w 6096000"/>
              <a:gd name="connsiteY53" fmla="*/ 1861483 h 6858000"/>
              <a:gd name="connsiteX54" fmla="*/ 5174266 w 6096000"/>
              <a:gd name="connsiteY54" fmla="*/ 1892417 h 6858000"/>
              <a:gd name="connsiteX55" fmla="*/ 5189262 w 6096000"/>
              <a:gd name="connsiteY55" fmla="*/ 1895114 h 6858000"/>
              <a:gd name="connsiteX56" fmla="*/ 5187100 w 6096000"/>
              <a:gd name="connsiteY56" fmla="*/ 1899379 h 6858000"/>
              <a:gd name="connsiteX57" fmla="*/ 5180471 w 6096000"/>
              <a:gd name="connsiteY57" fmla="*/ 1907867 h 6858000"/>
              <a:gd name="connsiteX58" fmla="*/ 5181361 w 6096000"/>
              <a:gd name="connsiteY58" fmla="*/ 1910265 h 6858000"/>
              <a:gd name="connsiteX59" fmla="*/ 5178268 w 6096000"/>
              <a:gd name="connsiteY59" fmla="*/ 1935584 h 6858000"/>
              <a:gd name="connsiteX60" fmla="*/ 5183619 w 6096000"/>
              <a:gd name="connsiteY60" fmla="*/ 1942021 h 6858000"/>
              <a:gd name="connsiteX61" fmla="*/ 5184480 w 6096000"/>
              <a:gd name="connsiteY61" fmla="*/ 1945112 h 6858000"/>
              <a:gd name="connsiteX62" fmla="*/ 5172776 w 6096000"/>
              <a:gd name="connsiteY62" fmla="*/ 1961162 h 6858000"/>
              <a:gd name="connsiteX63" fmla="*/ 5168513 w 6096000"/>
              <a:gd name="connsiteY63" fmla="*/ 1969445 h 6858000"/>
              <a:gd name="connsiteX64" fmla="*/ 5126597 w 6096000"/>
              <a:gd name="connsiteY64" fmla="*/ 2024270 h 6858000"/>
              <a:gd name="connsiteX65" fmla="*/ 5119528 w 6096000"/>
              <a:gd name="connsiteY65" fmla="*/ 2107942 h 6858000"/>
              <a:gd name="connsiteX66" fmla="*/ 5110356 w 6096000"/>
              <a:gd name="connsiteY66" fmla="*/ 2193455 h 6858000"/>
              <a:gd name="connsiteX67" fmla="*/ 5104992 w 6096000"/>
              <a:gd name="connsiteY67" fmla="*/ 2260088 h 6858000"/>
              <a:gd name="connsiteX68" fmla="*/ 5059439 w 6096000"/>
              <a:gd name="connsiteY68" fmla="*/ 2335735 h 6858000"/>
              <a:gd name="connsiteX69" fmla="*/ 5022061 w 6096000"/>
              <a:gd name="connsiteY69" fmla="*/ 2408995 h 6858000"/>
              <a:gd name="connsiteX70" fmla="*/ 5022253 w 6096000"/>
              <a:gd name="connsiteY70" fmla="*/ 2445869 h 6858000"/>
              <a:gd name="connsiteX71" fmla="*/ 5011426 w 6096000"/>
              <a:gd name="connsiteY71" fmla="*/ 2496499 h 6858000"/>
              <a:gd name="connsiteX72" fmla="*/ 4994224 w 6096000"/>
              <a:gd name="connsiteY72" fmla="*/ 2549900 h 6858000"/>
              <a:gd name="connsiteX73" fmla="*/ 4995245 w 6096000"/>
              <a:gd name="connsiteY73" fmla="*/ 2596456 h 6858000"/>
              <a:gd name="connsiteX74" fmla="*/ 4988570 w 6096000"/>
              <a:gd name="connsiteY74" fmla="*/ 2606088 h 6858000"/>
              <a:gd name="connsiteX75" fmla="*/ 4988371 w 6096000"/>
              <a:gd name="connsiteY75" fmla="*/ 2635351 h 6858000"/>
              <a:gd name="connsiteX76" fmla="*/ 4983212 w 6096000"/>
              <a:gd name="connsiteY76" fmla="*/ 2665666 h 6858000"/>
              <a:gd name="connsiteX77" fmla="*/ 4968234 w 6096000"/>
              <a:gd name="connsiteY77" fmla="*/ 2715895 h 6858000"/>
              <a:gd name="connsiteX78" fmla="*/ 4975888 w 6096000"/>
              <a:gd name="connsiteY78" fmla="*/ 2725052 h 6858000"/>
              <a:gd name="connsiteX79" fmla="*/ 4980195 w 6096000"/>
              <a:gd name="connsiteY79" fmla="*/ 2726489 h 6858000"/>
              <a:gd name="connsiteX80" fmla="*/ 4976218 w 6096000"/>
              <a:gd name="connsiteY80" fmla="*/ 2740278 h 6858000"/>
              <a:gd name="connsiteX81" fmla="*/ 4980571 w 6096000"/>
              <a:gd name="connsiteY81" fmla="*/ 2751112 h 6858000"/>
              <a:gd name="connsiteX82" fmla="*/ 4973893 w 6096000"/>
              <a:gd name="connsiteY82" fmla="*/ 2760208 h 6858000"/>
              <a:gd name="connsiteX83" fmla="*/ 4979005 w 6096000"/>
              <a:gd name="connsiteY83" fmla="*/ 2790136 h 6858000"/>
              <a:gd name="connsiteX84" fmla="*/ 4986137 w 6096000"/>
              <a:gd name="connsiteY84" fmla="*/ 2804183 h 6858000"/>
              <a:gd name="connsiteX85" fmla="*/ 4986175 w 6096000"/>
              <a:gd name="connsiteY85" fmla="*/ 2825860 h 6858000"/>
              <a:gd name="connsiteX86" fmla="*/ 4993936 w 6096000"/>
              <a:gd name="connsiteY86" fmla="*/ 2911749 h 6858000"/>
              <a:gd name="connsiteX87" fmla="*/ 4992563 w 6096000"/>
              <a:gd name="connsiteY87" fmla="*/ 2977278 h 6858000"/>
              <a:gd name="connsiteX88" fmla="*/ 4980516 w 6096000"/>
              <a:gd name="connsiteY88" fmla="*/ 2991092 h 6858000"/>
              <a:gd name="connsiteX89" fmla="*/ 4992801 w 6096000"/>
              <a:gd name="connsiteY89" fmla="*/ 3020247 h 6858000"/>
              <a:gd name="connsiteX90" fmla="*/ 5014805 w 6096000"/>
              <a:gd name="connsiteY90" fmla="*/ 3065434 h 6858000"/>
              <a:gd name="connsiteX91" fmla="*/ 5002733 w 6096000"/>
              <a:gd name="connsiteY91" fmla="*/ 3103777 h 6858000"/>
              <a:gd name="connsiteX92" fmla="*/ 5002941 w 6096000"/>
              <a:gd name="connsiteY92" fmla="*/ 3151828 h 6858000"/>
              <a:gd name="connsiteX93" fmla="*/ 5002883 w 6096000"/>
              <a:gd name="connsiteY93" fmla="*/ 3180546 h 6858000"/>
              <a:gd name="connsiteX94" fmla="*/ 5016711 w 6096000"/>
              <a:gd name="connsiteY94" fmla="*/ 3258677 h 6858000"/>
              <a:gd name="connsiteX95" fmla="*/ 5017918 w 6096000"/>
              <a:gd name="connsiteY95" fmla="*/ 3262610 h 6858000"/>
              <a:gd name="connsiteX96" fmla="*/ 5011672 w 6096000"/>
              <a:gd name="connsiteY96" fmla="*/ 3277179 h 6858000"/>
              <a:gd name="connsiteX97" fmla="*/ 5009344 w 6096000"/>
              <a:gd name="connsiteY97" fmla="*/ 3278130 h 6858000"/>
              <a:gd name="connsiteX98" fmla="*/ 5026770 w 6096000"/>
              <a:gd name="connsiteY98" fmla="*/ 3325671 h 6858000"/>
              <a:gd name="connsiteX99" fmla="*/ 5024571 w 6096000"/>
              <a:gd name="connsiteY99" fmla="*/ 3332072 h 6858000"/>
              <a:gd name="connsiteX100" fmla="*/ 5041705 w 6096000"/>
              <a:gd name="connsiteY100" fmla="*/ 3362948 h 6858000"/>
              <a:gd name="connsiteX101" fmla="*/ 5047477 w 6096000"/>
              <a:gd name="connsiteY101" fmla="*/ 3378959 h 6858000"/>
              <a:gd name="connsiteX102" fmla="*/ 5060758 w 6096000"/>
              <a:gd name="connsiteY102" fmla="*/ 3407057 h 6858000"/>
              <a:gd name="connsiteX103" fmla="*/ 5058968 w 6096000"/>
              <a:gd name="connsiteY103" fmla="*/ 3409825 h 6858000"/>
              <a:gd name="connsiteX104" fmla="*/ 5062667 w 6096000"/>
              <a:gd name="connsiteY104" fmla="*/ 3415218 h 6858000"/>
              <a:gd name="connsiteX105" fmla="*/ 5060928 w 6096000"/>
              <a:gd name="connsiteY105" fmla="*/ 3419880 h 6858000"/>
              <a:gd name="connsiteX106" fmla="*/ 5062923 w 6096000"/>
              <a:gd name="connsiteY106" fmla="*/ 3424545 h 6858000"/>
              <a:gd name="connsiteX107" fmla="*/ 5064623 w 6096000"/>
              <a:gd name="connsiteY107" fmla="*/ 3476412 h 6858000"/>
              <a:gd name="connsiteX108" fmla="*/ 5069684 w 6096000"/>
              <a:gd name="connsiteY108" fmla="*/ 3486850 h 6858000"/>
              <a:gd name="connsiteX109" fmla="*/ 5063339 w 6096000"/>
              <a:gd name="connsiteY109" fmla="*/ 3496391 h 6858000"/>
              <a:gd name="connsiteX110" fmla="*/ 5070139 w 6096000"/>
              <a:gd name="connsiteY110" fmla="*/ 3531201 h 6858000"/>
              <a:gd name="connsiteX111" fmla="*/ 5079896 w 6096000"/>
              <a:gd name="connsiteY111" fmla="*/ 3542019 h 6858000"/>
              <a:gd name="connsiteX112" fmla="*/ 5087540 w 6096000"/>
              <a:gd name="connsiteY112" fmla="*/ 3552249 h 6858000"/>
              <a:gd name="connsiteX113" fmla="*/ 5087902 w 6096000"/>
              <a:gd name="connsiteY113" fmla="*/ 3553678 h 6858000"/>
              <a:gd name="connsiteX114" fmla="*/ 5091509 w 6096000"/>
              <a:gd name="connsiteY114" fmla="*/ 3568021 h 6858000"/>
              <a:gd name="connsiteX115" fmla="*/ 5091934 w 6096000"/>
              <a:gd name="connsiteY115" fmla="*/ 3569719 h 6858000"/>
              <a:gd name="connsiteX116" fmla="*/ 5089362 w 6096000"/>
              <a:gd name="connsiteY116" fmla="*/ 3586412 h 6858000"/>
              <a:gd name="connsiteX117" fmla="*/ 5092358 w 6096000"/>
              <a:gd name="connsiteY117" fmla="*/ 3597336 h 6858000"/>
              <a:gd name="connsiteX118" fmla="*/ 5084254 w 6096000"/>
              <a:gd name="connsiteY118" fmla="*/ 3606007 h 6858000"/>
              <a:gd name="connsiteX119" fmla="*/ 5084281 w 6096000"/>
              <a:gd name="connsiteY119" fmla="*/ 3641228 h 6858000"/>
              <a:gd name="connsiteX120" fmla="*/ 5091848 w 6096000"/>
              <a:gd name="connsiteY120" fmla="*/ 3653088 h 6858000"/>
              <a:gd name="connsiteX121" fmla="*/ 5097436 w 6096000"/>
              <a:gd name="connsiteY121" fmla="*/ 3664114 h 6858000"/>
              <a:gd name="connsiteX122" fmla="*/ 5097518 w 6096000"/>
              <a:gd name="connsiteY122" fmla="*/ 3665569 h 6858000"/>
              <a:gd name="connsiteX123" fmla="*/ 5099829 w 6096000"/>
              <a:gd name="connsiteY123" fmla="*/ 3707357 h 6858000"/>
              <a:gd name="connsiteX124" fmla="*/ 5114696 w 6096000"/>
              <a:gd name="connsiteY124" fmla="*/ 3778166 h 6858000"/>
              <a:gd name="connsiteX125" fmla="*/ 5135379 w 6096000"/>
              <a:gd name="connsiteY125" fmla="*/ 3878222 h 6858000"/>
              <a:gd name="connsiteX126" fmla="*/ 5130138 w 6096000"/>
              <a:gd name="connsiteY126" fmla="*/ 4048117 h 6858000"/>
              <a:gd name="connsiteX127" fmla="*/ 5090040 w 6096000"/>
              <a:gd name="connsiteY127" fmla="*/ 4219510 h 6858000"/>
              <a:gd name="connsiteX128" fmla="*/ 5092812 w 6096000"/>
              <a:gd name="connsiteY128" fmla="*/ 4411258 h 6858000"/>
              <a:gd name="connsiteX129" fmla="*/ 5084599 w 6096000"/>
              <a:gd name="connsiteY129" fmla="*/ 4488531 h 6858000"/>
              <a:gd name="connsiteX130" fmla="*/ 5084072 w 6096000"/>
              <a:gd name="connsiteY130" fmla="*/ 4539168 h 6858000"/>
              <a:gd name="connsiteX131" fmla="*/ 5068936 w 6096000"/>
              <a:gd name="connsiteY131" fmla="*/ 4625153 h 6858000"/>
              <a:gd name="connsiteX132" fmla="*/ 5059114 w 6096000"/>
              <a:gd name="connsiteY132" fmla="*/ 4733115 h 6858000"/>
              <a:gd name="connsiteX133" fmla="*/ 5037209 w 6096000"/>
              <a:gd name="connsiteY133" fmla="*/ 4844323 h 6858000"/>
              <a:gd name="connsiteX134" fmla="*/ 5020638 w 6096000"/>
              <a:gd name="connsiteY134" fmla="*/ 4877992 h 6858000"/>
              <a:gd name="connsiteX135" fmla="*/ 5006413 w 6096000"/>
              <a:gd name="connsiteY135" fmla="*/ 4925805 h 6858000"/>
              <a:gd name="connsiteX136" fmla="*/ 4971037 w 6096000"/>
              <a:gd name="connsiteY136" fmla="*/ 5009272 h 6858000"/>
              <a:gd name="connsiteX137" fmla="*/ 4963105 w 6096000"/>
              <a:gd name="connsiteY137" fmla="*/ 5111369 h 6858000"/>
              <a:gd name="connsiteX138" fmla="*/ 4976341 w 6096000"/>
              <a:gd name="connsiteY138" fmla="*/ 5210876 h 6858000"/>
              <a:gd name="connsiteX139" fmla="*/ 4980617 w 6096000"/>
              <a:gd name="connsiteY139" fmla="*/ 5269726 h 6858000"/>
              <a:gd name="connsiteX140" fmla="*/ 4997733 w 6096000"/>
              <a:gd name="connsiteY140" fmla="*/ 5464225 h 6858000"/>
              <a:gd name="connsiteX141" fmla="*/ 5001400 w 6096000"/>
              <a:gd name="connsiteY141" fmla="*/ 5594585 h 6858000"/>
              <a:gd name="connsiteX142" fmla="*/ 4983700 w 6096000"/>
              <a:gd name="connsiteY142" fmla="*/ 5667896 h 6858000"/>
              <a:gd name="connsiteX143" fmla="*/ 4968506 w 6096000"/>
              <a:gd name="connsiteY143" fmla="*/ 5769225 h 6858000"/>
              <a:gd name="connsiteX144" fmla="*/ 4969765 w 6096000"/>
              <a:gd name="connsiteY144" fmla="*/ 5823324 h 6858000"/>
              <a:gd name="connsiteX145" fmla="*/ 4966129 w 6096000"/>
              <a:gd name="connsiteY145" fmla="*/ 5862699 h 6858000"/>
              <a:gd name="connsiteX146" fmla="*/ 4970695 w 6096000"/>
              <a:gd name="connsiteY146" fmla="*/ 5906467 h 6858000"/>
              <a:gd name="connsiteX147" fmla="*/ 4991568 w 6096000"/>
              <a:gd name="connsiteY147" fmla="*/ 5939847 h 6858000"/>
              <a:gd name="connsiteX148" fmla="*/ 4986815 w 6096000"/>
              <a:gd name="connsiteY148" fmla="*/ 5973994 h 6858000"/>
              <a:gd name="connsiteX149" fmla="*/ 4987776 w 6096000"/>
              <a:gd name="connsiteY149" fmla="*/ 6089693 h 6858000"/>
              <a:gd name="connsiteX150" fmla="*/ 4991621 w 6096000"/>
              <a:gd name="connsiteY150" fmla="*/ 6224938 h 6858000"/>
              <a:gd name="connsiteX151" fmla="*/ 5017157 w 6096000"/>
              <a:gd name="connsiteY151" fmla="*/ 6370251 h 6858000"/>
              <a:gd name="connsiteX152" fmla="*/ 5040797 w 6096000"/>
              <a:gd name="connsiteY152" fmla="*/ 6541313 h 6858000"/>
              <a:gd name="connsiteX153" fmla="*/ 5045375 w 6096000"/>
              <a:gd name="connsiteY153" fmla="*/ 6640957 h 6858000"/>
              <a:gd name="connsiteX154" fmla="*/ 5058442 w 6096000"/>
              <a:gd name="connsiteY154" fmla="*/ 6705297 h 6858000"/>
              <a:gd name="connsiteX155" fmla="*/ 5071125 w 6096000"/>
              <a:gd name="connsiteY155" fmla="*/ 6759582 h 6858000"/>
              <a:gd name="connsiteX156" fmla="*/ 5069172 w 6096000"/>
              <a:gd name="connsiteY156" fmla="*/ 6817746 h 6858000"/>
              <a:gd name="connsiteX157" fmla="*/ 5072322 w 6096000"/>
              <a:gd name="connsiteY157" fmla="*/ 6843646 h 6858000"/>
              <a:gd name="connsiteX158" fmla="*/ 5091388 w 6096000"/>
              <a:gd name="connsiteY158" fmla="*/ 6857998 h 6858000"/>
              <a:gd name="connsiteX159" fmla="*/ 6096000 w 6096000"/>
              <a:gd name="connsiteY159" fmla="*/ 6857998 h 6858000"/>
              <a:gd name="connsiteX160" fmla="*/ 6096000 w 6096000"/>
              <a:gd name="connsiteY160" fmla="*/ 6858000 h 6858000"/>
              <a:gd name="connsiteX161" fmla="*/ 0 w 6096000"/>
              <a:gd name="connsiteY161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</a:cxnLst>
            <a:rect l="l" t="t" r="r" b="b"/>
            <a:pathLst>
              <a:path w="6096000" h="6858000">
                <a:moveTo>
                  <a:pt x="0" y="0"/>
                </a:moveTo>
                <a:lnTo>
                  <a:pt x="5567517" y="0"/>
                </a:lnTo>
                <a:lnTo>
                  <a:pt x="5566938" y="1705"/>
                </a:lnTo>
                <a:cubicBezTo>
                  <a:pt x="5563126" y="8440"/>
                  <a:pt x="5558112" y="13784"/>
                  <a:pt x="5551594" y="17287"/>
                </a:cubicBezTo>
                <a:cubicBezTo>
                  <a:pt x="5562364" y="82036"/>
                  <a:pt x="5510349" y="69804"/>
                  <a:pt x="5545641" y="130336"/>
                </a:cubicBezTo>
                <a:cubicBezTo>
                  <a:pt x="5526953" y="117589"/>
                  <a:pt x="5536978" y="162458"/>
                  <a:pt x="5538289" y="187093"/>
                </a:cubicBezTo>
                <a:cubicBezTo>
                  <a:pt x="5536205" y="226511"/>
                  <a:pt x="5545722" y="205530"/>
                  <a:pt x="5545790" y="265704"/>
                </a:cubicBezTo>
                <a:cubicBezTo>
                  <a:pt x="5542296" y="317533"/>
                  <a:pt x="5543813" y="325288"/>
                  <a:pt x="5542313" y="354566"/>
                </a:cubicBezTo>
                <a:lnTo>
                  <a:pt x="5524126" y="472000"/>
                </a:lnTo>
                <a:lnTo>
                  <a:pt x="5522170" y="473782"/>
                </a:lnTo>
                <a:cubicBezTo>
                  <a:pt x="5517847" y="482008"/>
                  <a:pt x="5518682" y="487340"/>
                  <a:pt x="5521798" y="491380"/>
                </a:cubicBezTo>
                <a:lnTo>
                  <a:pt x="5536419" y="531675"/>
                </a:lnTo>
                <a:lnTo>
                  <a:pt x="5533435" y="536015"/>
                </a:lnTo>
                <a:lnTo>
                  <a:pt x="5538088" y="572092"/>
                </a:lnTo>
                <a:lnTo>
                  <a:pt x="5536061" y="572511"/>
                </a:lnTo>
                <a:cubicBezTo>
                  <a:pt x="5531611" y="574271"/>
                  <a:pt x="5528529" y="577121"/>
                  <a:pt x="5528218" y="582332"/>
                </a:cubicBezTo>
                <a:cubicBezTo>
                  <a:pt x="5498002" y="573171"/>
                  <a:pt x="5516262" y="585107"/>
                  <a:pt x="5518011" y="601285"/>
                </a:cubicBezTo>
                <a:cubicBezTo>
                  <a:pt x="5508838" y="617831"/>
                  <a:pt x="5480684" y="666964"/>
                  <a:pt x="5473174" y="681608"/>
                </a:cubicBezTo>
                <a:cubicBezTo>
                  <a:pt x="5473102" y="684122"/>
                  <a:pt x="5473033" y="686637"/>
                  <a:pt x="5472963" y="689151"/>
                </a:cubicBezTo>
                <a:lnTo>
                  <a:pt x="5472485" y="689289"/>
                </a:lnTo>
                <a:cubicBezTo>
                  <a:pt x="5471434" y="690905"/>
                  <a:pt x="5470986" y="693376"/>
                  <a:pt x="5471326" y="697222"/>
                </a:cubicBezTo>
                <a:cubicBezTo>
                  <a:pt x="5471606" y="703992"/>
                  <a:pt x="5471884" y="710761"/>
                  <a:pt x="5472164" y="717531"/>
                </a:cubicBezTo>
                <a:lnTo>
                  <a:pt x="5468891" y="722494"/>
                </a:lnTo>
                <a:lnTo>
                  <a:pt x="5463081" y="724368"/>
                </a:lnTo>
                <a:lnTo>
                  <a:pt x="5446981" y="752692"/>
                </a:lnTo>
                <a:cubicBezTo>
                  <a:pt x="5454691" y="764380"/>
                  <a:pt x="5422719" y="808083"/>
                  <a:pt x="5417190" y="816346"/>
                </a:cubicBezTo>
                <a:lnTo>
                  <a:pt x="5388958" y="889417"/>
                </a:lnTo>
                <a:cubicBezTo>
                  <a:pt x="5320491" y="969963"/>
                  <a:pt x="5321907" y="1005331"/>
                  <a:pt x="5307044" y="1063288"/>
                </a:cubicBezTo>
                <a:cubicBezTo>
                  <a:pt x="5313332" y="1111028"/>
                  <a:pt x="5317096" y="1110140"/>
                  <a:pt x="5303837" y="1157176"/>
                </a:cubicBezTo>
                <a:cubicBezTo>
                  <a:pt x="5301103" y="1192124"/>
                  <a:pt x="5301884" y="1197232"/>
                  <a:pt x="5286494" y="1210776"/>
                </a:cubicBezTo>
                <a:lnTo>
                  <a:pt x="5282463" y="1301993"/>
                </a:lnTo>
                <a:lnTo>
                  <a:pt x="5252235" y="1360879"/>
                </a:lnTo>
                <a:lnTo>
                  <a:pt x="5244497" y="1404045"/>
                </a:lnTo>
                <a:lnTo>
                  <a:pt x="5223823" y="1429568"/>
                </a:lnTo>
                <a:lnTo>
                  <a:pt x="5224851" y="1430305"/>
                </a:lnTo>
                <a:cubicBezTo>
                  <a:pt x="5226697" y="1432466"/>
                  <a:pt x="5214738" y="1459891"/>
                  <a:pt x="5212394" y="1463304"/>
                </a:cubicBezTo>
                <a:cubicBezTo>
                  <a:pt x="5209912" y="1477394"/>
                  <a:pt x="5213027" y="1501295"/>
                  <a:pt x="5209958" y="1514846"/>
                </a:cubicBezTo>
                <a:lnTo>
                  <a:pt x="5206417" y="1519731"/>
                </a:lnTo>
                <a:lnTo>
                  <a:pt x="5206640" y="1519929"/>
                </a:lnTo>
                <a:cubicBezTo>
                  <a:pt x="5206490" y="1521210"/>
                  <a:pt x="5209710" y="1543635"/>
                  <a:pt x="5207632" y="1546022"/>
                </a:cubicBezTo>
                <a:lnTo>
                  <a:pt x="5212030" y="1578752"/>
                </a:lnTo>
                <a:cubicBezTo>
                  <a:pt x="5206147" y="1605585"/>
                  <a:pt x="5226381" y="1622803"/>
                  <a:pt x="5203533" y="1647555"/>
                </a:cubicBezTo>
                <a:cubicBezTo>
                  <a:pt x="5198128" y="1672675"/>
                  <a:pt x="5203213" y="1694404"/>
                  <a:pt x="5190877" y="1715685"/>
                </a:cubicBezTo>
                <a:cubicBezTo>
                  <a:pt x="5196815" y="1724301"/>
                  <a:pt x="5198098" y="1732435"/>
                  <a:pt x="5184235" y="1740358"/>
                </a:cubicBezTo>
                <a:cubicBezTo>
                  <a:pt x="5182625" y="1763793"/>
                  <a:pt x="5198368" y="1769422"/>
                  <a:pt x="5181475" y="1784314"/>
                </a:cubicBezTo>
                <a:cubicBezTo>
                  <a:pt x="5205987" y="1797417"/>
                  <a:pt x="5195246" y="1798221"/>
                  <a:pt x="5185845" y="1804434"/>
                </a:cubicBezTo>
                <a:lnTo>
                  <a:pt x="5185068" y="1805316"/>
                </a:lnTo>
                <a:lnTo>
                  <a:pt x="5188593" y="1807109"/>
                </a:lnTo>
                <a:lnTo>
                  <a:pt x="5185920" y="1821003"/>
                </a:lnTo>
                <a:lnTo>
                  <a:pt x="5183543" y="1824832"/>
                </a:lnTo>
                <a:cubicBezTo>
                  <a:pt x="5182284" y="1827468"/>
                  <a:pt x="5181937" y="1829219"/>
                  <a:pt x="5182235" y="1830429"/>
                </a:cubicBezTo>
                <a:lnTo>
                  <a:pt x="5182525" y="1830569"/>
                </a:lnTo>
                <a:lnTo>
                  <a:pt x="5180663" y="1835810"/>
                </a:lnTo>
                <a:cubicBezTo>
                  <a:pt x="5176779" y="1844665"/>
                  <a:pt x="5172297" y="1853278"/>
                  <a:pt x="5167452" y="1861483"/>
                </a:cubicBezTo>
                <a:cubicBezTo>
                  <a:pt x="5179827" y="1866643"/>
                  <a:pt x="5166788" y="1884999"/>
                  <a:pt x="5174266" y="1892417"/>
                </a:cubicBezTo>
                <a:lnTo>
                  <a:pt x="5189262" y="1895114"/>
                </a:lnTo>
                <a:lnTo>
                  <a:pt x="5187100" y="1899379"/>
                </a:lnTo>
                <a:lnTo>
                  <a:pt x="5180471" y="1907867"/>
                </a:lnTo>
                <a:cubicBezTo>
                  <a:pt x="5179609" y="1909162"/>
                  <a:pt x="5179647" y="1909994"/>
                  <a:pt x="5181361" y="1910265"/>
                </a:cubicBezTo>
                <a:cubicBezTo>
                  <a:pt x="5180995" y="1914884"/>
                  <a:pt x="5177893" y="1930292"/>
                  <a:pt x="5178268" y="1935584"/>
                </a:cubicBezTo>
                <a:lnTo>
                  <a:pt x="5183619" y="1942021"/>
                </a:lnTo>
                <a:lnTo>
                  <a:pt x="5184480" y="1945112"/>
                </a:lnTo>
                <a:lnTo>
                  <a:pt x="5172776" y="1961162"/>
                </a:lnTo>
                <a:lnTo>
                  <a:pt x="5168513" y="1969445"/>
                </a:lnTo>
                <a:lnTo>
                  <a:pt x="5126597" y="2024270"/>
                </a:lnTo>
                <a:lnTo>
                  <a:pt x="5119528" y="2107942"/>
                </a:lnTo>
                <a:cubicBezTo>
                  <a:pt x="5089290" y="2138038"/>
                  <a:pt x="5110415" y="2159228"/>
                  <a:pt x="5110356" y="2193455"/>
                </a:cubicBezTo>
                <a:cubicBezTo>
                  <a:pt x="5101302" y="2220953"/>
                  <a:pt x="5110381" y="2224200"/>
                  <a:pt x="5104992" y="2260088"/>
                </a:cubicBezTo>
                <a:cubicBezTo>
                  <a:pt x="5096504" y="2291744"/>
                  <a:pt x="5078225" y="2299003"/>
                  <a:pt x="5059439" y="2335735"/>
                </a:cubicBezTo>
                <a:cubicBezTo>
                  <a:pt x="5029465" y="2329020"/>
                  <a:pt x="5058046" y="2407546"/>
                  <a:pt x="5022061" y="2408995"/>
                </a:cubicBezTo>
                <a:cubicBezTo>
                  <a:pt x="5023289" y="2413465"/>
                  <a:pt x="5019654" y="2441580"/>
                  <a:pt x="5022253" y="2445869"/>
                </a:cubicBezTo>
                <a:cubicBezTo>
                  <a:pt x="5022440" y="2449625"/>
                  <a:pt x="5011241" y="2492743"/>
                  <a:pt x="5011426" y="2496499"/>
                </a:cubicBezTo>
                <a:lnTo>
                  <a:pt x="4994224" y="2549900"/>
                </a:lnTo>
                <a:cubicBezTo>
                  <a:pt x="4992353" y="2564757"/>
                  <a:pt x="4998952" y="2582253"/>
                  <a:pt x="4995245" y="2596456"/>
                </a:cubicBezTo>
                <a:lnTo>
                  <a:pt x="4988570" y="2606088"/>
                </a:lnTo>
                <a:cubicBezTo>
                  <a:pt x="4988504" y="2615842"/>
                  <a:pt x="4988436" y="2625597"/>
                  <a:pt x="4988371" y="2635351"/>
                </a:cubicBezTo>
                <a:lnTo>
                  <a:pt x="4983212" y="2665666"/>
                </a:lnTo>
                <a:lnTo>
                  <a:pt x="4968234" y="2715895"/>
                </a:lnTo>
                <a:lnTo>
                  <a:pt x="4975888" y="2725052"/>
                </a:lnTo>
                <a:lnTo>
                  <a:pt x="4980195" y="2726489"/>
                </a:lnTo>
                <a:lnTo>
                  <a:pt x="4976218" y="2740278"/>
                </a:lnTo>
                <a:lnTo>
                  <a:pt x="4980571" y="2751112"/>
                </a:lnTo>
                <a:lnTo>
                  <a:pt x="4973893" y="2760208"/>
                </a:lnTo>
                <a:lnTo>
                  <a:pt x="4979005" y="2790136"/>
                </a:lnTo>
                <a:lnTo>
                  <a:pt x="4986137" y="2804183"/>
                </a:lnTo>
                <a:cubicBezTo>
                  <a:pt x="4986150" y="2811409"/>
                  <a:pt x="4986162" y="2818634"/>
                  <a:pt x="4986175" y="2825860"/>
                </a:cubicBezTo>
                <a:cubicBezTo>
                  <a:pt x="4987474" y="2843788"/>
                  <a:pt x="4992871" y="2886513"/>
                  <a:pt x="4993936" y="2911749"/>
                </a:cubicBezTo>
                <a:cubicBezTo>
                  <a:pt x="4993313" y="2946689"/>
                  <a:pt x="4980300" y="2954448"/>
                  <a:pt x="4992563" y="2977278"/>
                </a:cubicBezTo>
                <a:cubicBezTo>
                  <a:pt x="4985688" y="2983455"/>
                  <a:pt x="4982051" y="2987749"/>
                  <a:pt x="4980516" y="2991092"/>
                </a:cubicBezTo>
                <a:cubicBezTo>
                  <a:pt x="4975910" y="3001119"/>
                  <a:pt x="4990216" y="3002537"/>
                  <a:pt x="4992801" y="3020247"/>
                </a:cubicBezTo>
                <a:cubicBezTo>
                  <a:pt x="4998517" y="3032637"/>
                  <a:pt x="5013148" y="3051512"/>
                  <a:pt x="5014805" y="3065434"/>
                </a:cubicBezTo>
                <a:cubicBezTo>
                  <a:pt x="4998836" y="3057428"/>
                  <a:pt x="5016840" y="3105196"/>
                  <a:pt x="5002733" y="3103777"/>
                </a:cubicBezTo>
                <a:cubicBezTo>
                  <a:pt x="5022381" y="3124610"/>
                  <a:pt x="4997365" y="3128169"/>
                  <a:pt x="5002941" y="3151828"/>
                </a:cubicBezTo>
                <a:cubicBezTo>
                  <a:pt x="5010264" y="3163902"/>
                  <a:pt x="5011356" y="3171780"/>
                  <a:pt x="5002883" y="3180546"/>
                </a:cubicBezTo>
                <a:cubicBezTo>
                  <a:pt x="5038586" y="3236545"/>
                  <a:pt x="5003723" y="3210316"/>
                  <a:pt x="5016711" y="3258677"/>
                </a:cubicBezTo>
                <a:lnTo>
                  <a:pt x="5017918" y="3262610"/>
                </a:lnTo>
                <a:lnTo>
                  <a:pt x="5011672" y="3277179"/>
                </a:lnTo>
                <a:lnTo>
                  <a:pt x="5009344" y="3278130"/>
                </a:lnTo>
                <a:lnTo>
                  <a:pt x="5026770" y="3325671"/>
                </a:lnTo>
                <a:lnTo>
                  <a:pt x="5024571" y="3332072"/>
                </a:lnTo>
                <a:lnTo>
                  <a:pt x="5041705" y="3362948"/>
                </a:lnTo>
                <a:lnTo>
                  <a:pt x="5047477" y="3378959"/>
                </a:lnTo>
                <a:lnTo>
                  <a:pt x="5060758" y="3407057"/>
                </a:lnTo>
                <a:lnTo>
                  <a:pt x="5058968" y="3409825"/>
                </a:lnTo>
                <a:lnTo>
                  <a:pt x="5062667" y="3415218"/>
                </a:lnTo>
                <a:lnTo>
                  <a:pt x="5060928" y="3419880"/>
                </a:lnTo>
                <a:lnTo>
                  <a:pt x="5062923" y="3424545"/>
                </a:lnTo>
                <a:cubicBezTo>
                  <a:pt x="5063537" y="3433967"/>
                  <a:pt x="5063494" y="3466028"/>
                  <a:pt x="5064623" y="3476412"/>
                </a:cubicBezTo>
                <a:lnTo>
                  <a:pt x="5069684" y="3486850"/>
                </a:lnTo>
                <a:lnTo>
                  <a:pt x="5063339" y="3496391"/>
                </a:lnTo>
                <a:lnTo>
                  <a:pt x="5070139" y="3531201"/>
                </a:lnTo>
                <a:lnTo>
                  <a:pt x="5079896" y="3542019"/>
                </a:lnTo>
                <a:lnTo>
                  <a:pt x="5087540" y="3552249"/>
                </a:lnTo>
                <a:lnTo>
                  <a:pt x="5087902" y="3553678"/>
                </a:lnTo>
                <a:lnTo>
                  <a:pt x="5091509" y="3568021"/>
                </a:lnTo>
                <a:lnTo>
                  <a:pt x="5091934" y="3569719"/>
                </a:lnTo>
                <a:lnTo>
                  <a:pt x="5089362" y="3586412"/>
                </a:lnTo>
                <a:lnTo>
                  <a:pt x="5092358" y="3597336"/>
                </a:lnTo>
                <a:lnTo>
                  <a:pt x="5084254" y="3606007"/>
                </a:lnTo>
                <a:cubicBezTo>
                  <a:pt x="5084262" y="3617747"/>
                  <a:pt x="5084273" y="3629488"/>
                  <a:pt x="5084281" y="3641228"/>
                </a:cubicBezTo>
                <a:lnTo>
                  <a:pt x="5091848" y="3653088"/>
                </a:lnTo>
                <a:lnTo>
                  <a:pt x="5097436" y="3664114"/>
                </a:lnTo>
                <a:cubicBezTo>
                  <a:pt x="5097463" y="3664599"/>
                  <a:pt x="5097491" y="3665084"/>
                  <a:pt x="5097518" y="3665569"/>
                </a:cubicBezTo>
                <a:cubicBezTo>
                  <a:pt x="5097915" y="3672776"/>
                  <a:pt x="5096966" y="3688591"/>
                  <a:pt x="5099829" y="3707357"/>
                </a:cubicBezTo>
                <a:cubicBezTo>
                  <a:pt x="5100505" y="3724716"/>
                  <a:pt x="5118078" y="3760234"/>
                  <a:pt x="5114696" y="3778166"/>
                </a:cubicBezTo>
                <a:cubicBezTo>
                  <a:pt x="5141627" y="3845122"/>
                  <a:pt x="5125427" y="3821305"/>
                  <a:pt x="5135379" y="3878222"/>
                </a:cubicBezTo>
                <a:cubicBezTo>
                  <a:pt x="5161519" y="3905047"/>
                  <a:pt x="5125417" y="4015047"/>
                  <a:pt x="5130138" y="4048117"/>
                </a:cubicBezTo>
                <a:cubicBezTo>
                  <a:pt x="5081804" y="4192084"/>
                  <a:pt x="5096262" y="4158987"/>
                  <a:pt x="5090040" y="4219510"/>
                </a:cubicBezTo>
                <a:cubicBezTo>
                  <a:pt x="5104553" y="4280033"/>
                  <a:pt x="5065380" y="4345686"/>
                  <a:pt x="5092812" y="4411258"/>
                </a:cubicBezTo>
                <a:cubicBezTo>
                  <a:pt x="5090630" y="4437329"/>
                  <a:pt x="5083878" y="4473140"/>
                  <a:pt x="5084599" y="4488531"/>
                </a:cubicBezTo>
                <a:cubicBezTo>
                  <a:pt x="5084423" y="4505410"/>
                  <a:pt x="5084248" y="4522289"/>
                  <a:pt x="5084072" y="4539168"/>
                </a:cubicBezTo>
                <a:cubicBezTo>
                  <a:pt x="5072114" y="4567830"/>
                  <a:pt x="5064305" y="4588197"/>
                  <a:pt x="5068936" y="4625153"/>
                </a:cubicBezTo>
                <a:cubicBezTo>
                  <a:pt x="5077433" y="4662889"/>
                  <a:pt x="5065899" y="4679357"/>
                  <a:pt x="5059114" y="4733115"/>
                </a:cubicBezTo>
                <a:cubicBezTo>
                  <a:pt x="5068687" y="4752352"/>
                  <a:pt x="5055370" y="4832308"/>
                  <a:pt x="5037209" y="4844323"/>
                </a:cubicBezTo>
                <a:cubicBezTo>
                  <a:pt x="5033444" y="4857054"/>
                  <a:pt x="5040194" y="4871554"/>
                  <a:pt x="5020638" y="4877992"/>
                </a:cubicBezTo>
                <a:cubicBezTo>
                  <a:pt x="4997151" y="4888353"/>
                  <a:pt x="5034418" y="4931200"/>
                  <a:pt x="5006413" y="4925805"/>
                </a:cubicBezTo>
                <a:cubicBezTo>
                  <a:pt x="5031964" y="4956261"/>
                  <a:pt x="4982840" y="4982633"/>
                  <a:pt x="4971037" y="5009272"/>
                </a:cubicBezTo>
                <a:cubicBezTo>
                  <a:pt x="4973259" y="5034036"/>
                  <a:pt x="4968375" y="5053859"/>
                  <a:pt x="4963105" y="5111369"/>
                </a:cubicBezTo>
                <a:cubicBezTo>
                  <a:pt x="4973224" y="5141336"/>
                  <a:pt x="4937413" y="5161742"/>
                  <a:pt x="4976341" y="5210876"/>
                </a:cubicBezTo>
                <a:cubicBezTo>
                  <a:pt x="4972455" y="5212581"/>
                  <a:pt x="4977054" y="5227501"/>
                  <a:pt x="4980617" y="5269726"/>
                </a:cubicBezTo>
                <a:cubicBezTo>
                  <a:pt x="4984182" y="5311951"/>
                  <a:pt x="4990390" y="5400671"/>
                  <a:pt x="4997733" y="5464225"/>
                </a:cubicBezTo>
                <a:cubicBezTo>
                  <a:pt x="5001765" y="5536542"/>
                  <a:pt x="4990225" y="5517959"/>
                  <a:pt x="5001400" y="5594585"/>
                </a:cubicBezTo>
                <a:cubicBezTo>
                  <a:pt x="4999908" y="5619318"/>
                  <a:pt x="4974042" y="5647975"/>
                  <a:pt x="4983700" y="5667896"/>
                </a:cubicBezTo>
                <a:cubicBezTo>
                  <a:pt x="4976834" y="5696311"/>
                  <a:pt x="4975579" y="5738356"/>
                  <a:pt x="4968506" y="5769225"/>
                </a:cubicBezTo>
                <a:cubicBezTo>
                  <a:pt x="4968926" y="5787258"/>
                  <a:pt x="4969344" y="5805291"/>
                  <a:pt x="4969765" y="5823324"/>
                </a:cubicBezTo>
                <a:cubicBezTo>
                  <a:pt x="4966122" y="5853058"/>
                  <a:pt x="4965608" y="5838948"/>
                  <a:pt x="4966129" y="5862699"/>
                </a:cubicBezTo>
                <a:lnTo>
                  <a:pt x="4970695" y="5906467"/>
                </a:lnTo>
                <a:lnTo>
                  <a:pt x="4991568" y="5939847"/>
                </a:lnTo>
                <a:cubicBezTo>
                  <a:pt x="4998848" y="5955713"/>
                  <a:pt x="4974731" y="5940131"/>
                  <a:pt x="4986815" y="5973994"/>
                </a:cubicBezTo>
                <a:cubicBezTo>
                  <a:pt x="4961187" y="5997051"/>
                  <a:pt x="4983444" y="6032039"/>
                  <a:pt x="4987776" y="6089693"/>
                </a:cubicBezTo>
                <a:lnTo>
                  <a:pt x="4991621" y="6224938"/>
                </a:lnTo>
                <a:cubicBezTo>
                  <a:pt x="4988442" y="6270972"/>
                  <a:pt x="5008962" y="6317522"/>
                  <a:pt x="5017157" y="6370251"/>
                </a:cubicBezTo>
                <a:cubicBezTo>
                  <a:pt x="5025353" y="6422980"/>
                  <a:pt x="5039938" y="6490855"/>
                  <a:pt x="5040797" y="6541313"/>
                </a:cubicBezTo>
                <a:cubicBezTo>
                  <a:pt x="5039898" y="6576319"/>
                  <a:pt x="5031912" y="6591883"/>
                  <a:pt x="5045375" y="6640957"/>
                </a:cubicBezTo>
                <a:cubicBezTo>
                  <a:pt x="5057505" y="6669536"/>
                  <a:pt x="5052276" y="6675394"/>
                  <a:pt x="5058442" y="6705297"/>
                </a:cubicBezTo>
                <a:cubicBezTo>
                  <a:pt x="5057367" y="6727133"/>
                  <a:pt x="5067901" y="6732087"/>
                  <a:pt x="5071125" y="6759582"/>
                </a:cubicBezTo>
                <a:cubicBezTo>
                  <a:pt x="5055614" y="6796071"/>
                  <a:pt x="5051656" y="6769544"/>
                  <a:pt x="5069172" y="6817746"/>
                </a:cubicBezTo>
                <a:cubicBezTo>
                  <a:pt x="5060956" y="6828354"/>
                  <a:pt x="5064525" y="6836369"/>
                  <a:pt x="5072322" y="6843646"/>
                </a:cubicBezTo>
                <a:lnTo>
                  <a:pt x="5091388" y="6857998"/>
                </a:lnTo>
                <a:lnTo>
                  <a:pt x="6096000" y="6857998"/>
                </a:lnTo>
                <a:lnTo>
                  <a:pt x="6096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9CE5504-5476-50E1-7AAF-3C5E510D8B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09600"/>
            <a:ext cx="9605303" cy="1330839"/>
          </a:xfrm>
        </p:spPr>
        <p:txBody>
          <a:bodyPr>
            <a:normAutofit/>
          </a:bodyPr>
          <a:lstStyle/>
          <a:p>
            <a:r>
              <a:rPr lang="en-US" dirty="0">
                <a:ea typeface="Calibri Light"/>
                <a:cs typeface="Calibri Light"/>
              </a:rPr>
              <a:t>SQL Server Performance Tuning Tools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32724B-90E2-3EA5-37A9-8457D0A9F0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3612" y="1705272"/>
            <a:ext cx="9868056" cy="4397416"/>
          </a:xfr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sz="1600" b="1" dirty="0"/>
              <a:t>SolarWinds Database Performance Analyzer (DPA):</a:t>
            </a:r>
            <a:r>
              <a:rPr lang="en-US" sz="1600" dirty="0"/>
              <a:t> Focuses on "Response Time Analysis" to pinpoint exactly where end-users are experiencing delays.</a:t>
            </a:r>
          </a:p>
          <a:p>
            <a:r>
              <a:rPr lang="en-US" sz="1600" b="1" dirty="0"/>
              <a:t>Redgate SQL Monitor:</a:t>
            </a:r>
            <a:r>
              <a:rPr lang="en-US" sz="1600" dirty="0"/>
              <a:t> An enterprise-grade tool known for its proactive alerting and ability to monitor hybrid (cloud and on-premises) environments in one view.</a:t>
            </a:r>
          </a:p>
          <a:p>
            <a:r>
              <a:rPr lang="en-US" sz="1600" b="1" dirty="0"/>
              <a:t>SQL Sentry:</a:t>
            </a:r>
            <a:r>
              <a:rPr lang="en-US" sz="1600" dirty="0"/>
              <a:t> Provides deep visibility into query performance and includes the Plan Explorer tool for advanced query plan analysis.</a:t>
            </a:r>
          </a:p>
          <a:p>
            <a:r>
              <a:rPr lang="en-US" sz="1600" dirty="0">
                <a:hlinkClick r:id="rId2"/>
              </a:rPr>
              <a:t>Quest </a:t>
            </a:r>
            <a:r>
              <a:rPr lang="en-US" sz="1600" dirty="0" err="1">
                <a:hlinkClick r:id="rId2"/>
              </a:rPr>
              <a:t>Foglight</a:t>
            </a:r>
            <a:r>
              <a:rPr lang="en-US" sz="1600" b="1" dirty="0"/>
              <a:t>:</a:t>
            </a:r>
            <a:r>
              <a:rPr lang="en-US" sz="1600" dirty="0"/>
              <a:t> Offers real-time and historical diagnostics across multiple database platforms from a single console.</a:t>
            </a:r>
          </a:p>
          <a:p>
            <a:r>
              <a:rPr lang="en-US" sz="1600" b="1" dirty="0" err="1"/>
              <a:t>Idera</a:t>
            </a:r>
            <a:r>
              <a:rPr lang="en-US" sz="1600" b="1" dirty="0"/>
              <a:t> SQL Diagnostic Manager:</a:t>
            </a:r>
            <a:r>
              <a:rPr lang="en-US" sz="1600" dirty="0"/>
              <a:t> Focuses on predictive alerting and cross-tier visibility, monitoring everything from the SQL engine to the underlying OS and storage. </a:t>
            </a:r>
          </a:p>
        </p:txBody>
      </p:sp>
    </p:spTree>
    <p:extLst>
      <p:ext uri="{BB962C8B-B14F-4D97-AF65-F5344CB8AC3E}">
        <p14:creationId xmlns:p14="http://schemas.microsoft.com/office/powerpoint/2010/main" val="256235422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6" name="Rectangle 25">
            <a:extLst>
              <a:ext uri="{FF2B5EF4-FFF2-40B4-BE49-F238E27FC236}">
                <a16:creationId xmlns:a16="http://schemas.microsoft.com/office/drawing/2014/main" id="{7FF47CB7-972F-479F-A36D-9E72D26EC8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0D153B68-5844-490D-8E67-F616D6D721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1766176" cy="2061837"/>
          </a:xfrm>
          <a:custGeom>
            <a:avLst/>
            <a:gdLst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45936 w 10768629"/>
              <a:gd name="connsiteY142" fmla="*/ 1713743 h 1978172"/>
              <a:gd name="connsiteX143" fmla="*/ 4818446 w 10768629"/>
              <a:gd name="connsiteY143" fmla="*/ 1726895 h 1978172"/>
              <a:gd name="connsiteX144" fmla="*/ 4813657 w 10768629"/>
              <a:gd name="connsiteY144" fmla="*/ 1730706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45936 w 10768629"/>
              <a:gd name="connsiteY142" fmla="*/ 1713743 h 1978172"/>
              <a:gd name="connsiteX143" fmla="*/ 4818446 w 10768629"/>
              <a:gd name="connsiteY143" fmla="*/ 1726895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45936 w 10768629"/>
              <a:gd name="connsiteY142" fmla="*/ 1713743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40853 w 10768629"/>
              <a:gd name="connsiteY141" fmla="*/ 1657958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232341 w 10768629"/>
              <a:gd name="connsiteY179" fmla="*/ 1785942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232341 w 10768629"/>
              <a:gd name="connsiteY179" fmla="*/ 1785942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0257 w 10768629"/>
              <a:gd name="connsiteY182" fmla="*/ 1789615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84330 h 1978172"/>
              <a:gd name="connsiteX182" fmla="*/ 1120257 w 10768629"/>
              <a:gd name="connsiteY182" fmla="*/ 1789615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</a:cxnLst>
            <a:rect l="l" t="t" r="r" b="b"/>
            <a:pathLst>
              <a:path w="10768629" h="1978172">
                <a:moveTo>
                  <a:pt x="0" y="0"/>
                </a:moveTo>
                <a:lnTo>
                  <a:pt x="10768629" y="0"/>
                </a:lnTo>
                <a:lnTo>
                  <a:pt x="10733254" y="31439"/>
                </a:lnTo>
                <a:lnTo>
                  <a:pt x="10727085" y="37910"/>
                </a:lnTo>
                <a:cubicBezTo>
                  <a:pt x="10712973" y="56080"/>
                  <a:pt x="10699457" y="78430"/>
                  <a:pt x="10675953" y="68623"/>
                </a:cubicBezTo>
                <a:cubicBezTo>
                  <a:pt x="10685972" y="89202"/>
                  <a:pt x="10641629" y="69781"/>
                  <a:pt x="10637091" y="90361"/>
                </a:cubicBezTo>
                <a:cubicBezTo>
                  <a:pt x="10635214" y="107005"/>
                  <a:pt x="10621323" y="104993"/>
                  <a:pt x="10610971" y="110764"/>
                </a:cubicBezTo>
                <a:cubicBezTo>
                  <a:pt x="10603980" y="127568"/>
                  <a:pt x="10551417" y="141180"/>
                  <a:pt x="10532872" y="138028"/>
                </a:cubicBezTo>
                <a:cubicBezTo>
                  <a:pt x="10480300" y="119072"/>
                  <a:pt x="10440532" y="186296"/>
                  <a:pt x="10398558" y="172911"/>
                </a:cubicBezTo>
                <a:cubicBezTo>
                  <a:pt x="10387708" y="174114"/>
                  <a:pt x="10378792" y="177646"/>
                  <a:pt x="10371128" y="182609"/>
                </a:cubicBezTo>
                <a:lnTo>
                  <a:pt x="10352178" y="199976"/>
                </a:lnTo>
                <a:lnTo>
                  <a:pt x="10351815" y="211879"/>
                </a:lnTo>
                <a:lnTo>
                  <a:pt x="10337471" y="218661"/>
                </a:lnTo>
                <a:lnTo>
                  <a:pt x="10334625" y="222351"/>
                </a:lnTo>
                <a:cubicBezTo>
                  <a:pt x="10321108" y="225227"/>
                  <a:pt x="10278615" y="228401"/>
                  <a:pt x="10256365" y="235917"/>
                </a:cubicBezTo>
                <a:cubicBezTo>
                  <a:pt x="10218136" y="258033"/>
                  <a:pt x="10224552" y="209685"/>
                  <a:pt x="10201127" y="267448"/>
                </a:cubicBezTo>
                <a:cubicBezTo>
                  <a:pt x="10121320" y="273476"/>
                  <a:pt x="10040763" y="345580"/>
                  <a:pt x="9961218" y="326720"/>
                </a:cubicBezTo>
                <a:cubicBezTo>
                  <a:pt x="9980173" y="341621"/>
                  <a:pt x="9883038" y="318484"/>
                  <a:pt x="9859715" y="355698"/>
                </a:cubicBezTo>
                <a:cubicBezTo>
                  <a:pt x="9812822" y="367758"/>
                  <a:pt x="9752089" y="383830"/>
                  <a:pt x="9679867" y="399081"/>
                </a:cubicBezTo>
                <a:cubicBezTo>
                  <a:pt x="9618357" y="415668"/>
                  <a:pt x="9525492" y="446315"/>
                  <a:pt x="9490654" y="455225"/>
                </a:cubicBezTo>
                <a:lnTo>
                  <a:pt x="9470837" y="452539"/>
                </a:lnTo>
                <a:lnTo>
                  <a:pt x="9469082" y="454891"/>
                </a:lnTo>
                <a:cubicBezTo>
                  <a:pt x="9460057" y="461184"/>
                  <a:pt x="9453495" y="461729"/>
                  <a:pt x="9448038" y="459733"/>
                </a:cubicBezTo>
                <a:lnTo>
                  <a:pt x="9396821" y="455795"/>
                </a:lnTo>
                <a:lnTo>
                  <a:pt x="9392197" y="459796"/>
                </a:lnTo>
                <a:lnTo>
                  <a:pt x="9347994" y="464462"/>
                </a:lnTo>
                <a:cubicBezTo>
                  <a:pt x="9347959" y="465155"/>
                  <a:pt x="9347925" y="465846"/>
                  <a:pt x="9347889" y="466539"/>
                </a:cubicBezTo>
                <a:cubicBezTo>
                  <a:pt x="9346648" y="471307"/>
                  <a:pt x="9343831" y="475025"/>
                  <a:pt x="9337639" y="476654"/>
                </a:cubicBezTo>
                <a:cubicBezTo>
                  <a:pt x="9354547" y="503661"/>
                  <a:pt x="9307720" y="510631"/>
                  <a:pt x="9287964" y="513052"/>
                </a:cubicBezTo>
                <a:cubicBezTo>
                  <a:pt x="9269905" y="526173"/>
                  <a:pt x="9245386" y="544358"/>
                  <a:pt x="9229283" y="555377"/>
                </a:cubicBezTo>
                <a:lnTo>
                  <a:pt x="9220274" y="557502"/>
                </a:lnTo>
                <a:cubicBezTo>
                  <a:pt x="9220250" y="557668"/>
                  <a:pt x="9220226" y="557835"/>
                  <a:pt x="9220202" y="558001"/>
                </a:cubicBezTo>
                <a:cubicBezTo>
                  <a:pt x="9218468" y="559434"/>
                  <a:pt x="9215591" y="560497"/>
                  <a:pt x="9210908" y="561147"/>
                </a:cubicBezTo>
                <a:lnTo>
                  <a:pt x="9186374" y="565502"/>
                </a:lnTo>
                <a:lnTo>
                  <a:pt x="9181058" y="569943"/>
                </a:lnTo>
                <a:lnTo>
                  <a:pt x="9167549" y="584727"/>
                </a:lnTo>
                <a:lnTo>
                  <a:pt x="9149110" y="598906"/>
                </a:lnTo>
                <a:cubicBezTo>
                  <a:pt x="9133575" y="594395"/>
                  <a:pt x="9087390" y="636567"/>
                  <a:pt x="9078556" y="644039"/>
                </a:cubicBezTo>
                <a:lnTo>
                  <a:pt x="8996399" y="690055"/>
                </a:lnTo>
                <a:cubicBezTo>
                  <a:pt x="8913147" y="777045"/>
                  <a:pt x="8867993" y="772591"/>
                  <a:pt x="8803791" y="813860"/>
                </a:cubicBezTo>
                <a:cubicBezTo>
                  <a:pt x="8745270" y="819906"/>
                  <a:pt x="8690049" y="823612"/>
                  <a:pt x="8636202" y="848463"/>
                </a:cubicBezTo>
                <a:cubicBezTo>
                  <a:pt x="8594799" y="860014"/>
                  <a:pt x="8568613" y="864779"/>
                  <a:pt x="8555372" y="883171"/>
                </a:cubicBezTo>
                <a:lnTo>
                  <a:pt x="8507229" y="901665"/>
                </a:lnTo>
                <a:lnTo>
                  <a:pt x="8428473" y="927985"/>
                </a:lnTo>
                <a:cubicBezTo>
                  <a:pt x="8428287" y="929817"/>
                  <a:pt x="8428100" y="931648"/>
                  <a:pt x="8427914" y="933480"/>
                </a:cubicBezTo>
                <a:lnTo>
                  <a:pt x="8420327" y="941984"/>
                </a:lnTo>
                <a:lnTo>
                  <a:pt x="8394729" y="948347"/>
                </a:lnTo>
                <a:lnTo>
                  <a:pt x="8380548" y="987916"/>
                </a:lnTo>
                <a:lnTo>
                  <a:pt x="8375330" y="965444"/>
                </a:lnTo>
                <a:cubicBezTo>
                  <a:pt x="8372375" y="964202"/>
                  <a:pt x="8344433" y="977378"/>
                  <a:pt x="8340796" y="980522"/>
                </a:cubicBezTo>
                <a:cubicBezTo>
                  <a:pt x="8328292" y="982128"/>
                  <a:pt x="8319237" y="991089"/>
                  <a:pt x="8304438" y="996739"/>
                </a:cubicBezTo>
                <a:cubicBezTo>
                  <a:pt x="8297193" y="1005683"/>
                  <a:pt x="8289328" y="1014568"/>
                  <a:pt x="8280929" y="1023089"/>
                </a:cubicBezTo>
                <a:lnTo>
                  <a:pt x="8275760" y="1027772"/>
                </a:lnTo>
                <a:lnTo>
                  <a:pt x="8275478" y="1027605"/>
                </a:lnTo>
                <a:cubicBezTo>
                  <a:pt x="8273970" y="1028076"/>
                  <a:pt x="8251461" y="1029408"/>
                  <a:pt x="8249003" y="1032033"/>
                </a:cubicBezTo>
                <a:lnTo>
                  <a:pt x="8203836" y="1037347"/>
                </a:lnTo>
                <a:cubicBezTo>
                  <a:pt x="8172789" y="1049890"/>
                  <a:pt x="8148166" y="1034625"/>
                  <a:pt x="8122936" y="1063113"/>
                </a:cubicBezTo>
                <a:cubicBezTo>
                  <a:pt x="8093850" y="1074757"/>
                  <a:pt x="8066781" y="1075350"/>
                  <a:pt x="8043658" y="1092746"/>
                </a:cubicBezTo>
                <a:cubicBezTo>
                  <a:pt x="8032157" y="1089174"/>
                  <a:pt x="8022145" y="1089998"/>
                  <a:pt x="8015351" y="1105478"/>
                </a:cubicBezTo>
                <a:cubicBezTo>
                  <a:pt x="7987544" y="1113006"/>
                  <a:pt x="7977708" y="1099152"/>
                  <a:pt x="7963145" y="1119346"/>
                </a:cubicBezTo>
                <a:cubicBezTo>
                  <a:pt x="7942622" y="1098880"/>
                  <a:pt x="7943760" y="1109516"/>
                  <a:pt x="7938145" y="1120225"/>
                </a:cubicBezTo>
                <a:lnTo>
                  <a:pt x="7937238" y="1121204"/>
                </a:lnTo>
                <a:lnTo>
                  <a:pt x="7934398" y="1118240"/>
                </a:lnTo>
                <a:lnTo>
                  <a:pt x="7918248" y="1124371"/>
                </a:lnTo>
                <a:lnTo>
                  <a:pt x="7914119" y="1127653"/>
                </a:lnTo>
                <a:cubicBezTo>
                  <a:pt x="7911201" y="1129547"/>
                  <a:pt x="7909169" y="1130331"/>
                  <a:pt x="7907658" y="1130350"/>
                </a:cubicBezTo>
                <a:lnTo>
                  <a:pt x="7907434" y="1130103"/>
                </a:lnTo>
                <a:lnTo>
                  <a:pt x="7901508" y="1133245"/>
                </a:lnTo>
                <a:cubicBezTo>
                  <a:pt x="7891644" y="1139271"/>
                  <a:pt x="7882185" y="1145815"/>
                  <a:pt x="7873287" y="1152609"/>
                </a:cubicBezTo>
                <a:cubicBezTo>
                  <a:pt x="7864672" y="1141906"/>
                  <a:pt x="7845199" y="1159242"/>
                  <a:pt x="7834833" y="1153868"/>
                </a:cubicBezTo>
                <a:lnTo>
                  <a:pt x="7828661" y="1139994"/>
                </a:lnTo>
                <a:lnTo>
                  <a:pt x="7823966" y="1143178"/>
                </a:lnTo>
                <a:lnTo>
                  <a:pt x="7815078" y="1151776"/>
                </a:lnTo>
                <a:cubicBezTo>
                  <a:pt x="7813692" y="1152943"/>
                  <a:pt x="7812687" y="1153116"/>
                  <a:pt x="7812026" y="1151522"/>
                </a:cubicBezTo>
                <a:cubicBezTo>
                  <a:pt x="7806555" y="1153054"/>
                  <a:pt x="7788673" y="1159989"/>
                  <a:pt x="7782249" y="1160970"/>
                </a:cubicBezTo>
                <a:lnTo>
                  <a:pt x="7773476" y="1157414"/>
                </a:lnTo>
                <a:lnTo>
                  <a:pt x="7769600" y="1157365"/>
                </a:lnTo>
                <a:lnTo>
                  <a:pt x="7752631" y="1172815"/>
                </a:lnTo>
                <a:lnTo>
                  <a:pt x="7739392" y="1192062"/>
                </a:lnTo>
                <a:lnTo>
                  <a:pt x="7677677" y="1216394"/>
                </a:lnTo>
                <a:lnTo>
                  <a:pt x="7586920" y="1261888"/>
                </a:lnTo>
                <a:cubicBezTo>
                  <a:pt x="7556723" y="1298911"/>
                  <a:pt x="7489187" y="1284518"/>
                  <a:pt x="7486100" y="1292563"/>
                </a:cubicBezTo>
                <a:cubicBezTo>
                  <a:pt x="7454875" y="1308356"/>
                  <a:pt x="7453335" y="1326361"/>
                  <a:pt x="7411323" y="1340732"/>
                </a:cubicBezTo>
                <a:cubicBezTo>
                  <a:pt x="7372519" y="1390006"/>
                  <a:pt x="7288617" y="1403664"/>
                  <a:pt x="7240698" y="1438832"/>
                </a:cubicBezTo>
                <a:cubicBezTo>
                  <a:pt x="7206467" y="1417136"/>
                  <a:pt x="7227555" y="1441678"/>
                  <a:pt x="7197675" y="1447530"/>
                </a:cubicBezTo>
                <a:cubicBezTo>
                  <a:pt x="7211601" y="1474927"/>
                  <a:pt x="7159483" y="1444981"/>
                  <a:pt x="7164788" y="1480293"/>
                </a:cubicBezTo>
                <a:cubicBezTo>
                  <a:pt x="7159184" y="1480240"/>
                  <a:pt x="7153584" y="1479075"/>
                  <a:pt x="7147929" y="1477641"/>
                </a:cubicBezTo>
                <a:lnTo>
                  <a:pt x="7144965" y="1476908"/>
                </a:lnTo>
                <a:lnTo>
                  <a:pt x="7134299" y="1479969"/>
                </a:lnTo>
                <a:lnTo>
                  <a:pt x="7129809" y="1473339"/>
                </a:lnTo>
                <a:lnTo>
                  <a:pt x="7112688" y="1472575"/>
                </a:lnTo>
                <a:cubicBezTo>
                  <a:pt x="7106506" y="1473449"/>
                  <a:pt x="7100123" y="1475741"/>
                  <a:pt x="7093470" y="1480300"/>
                </a:cubicBezTo>
                <a:cubicBezTo>
                  <a:pt x="7079039" y="1501274"/>
                  <a:pt x="7048991" y="1495718"/>
                  <a:pt x="7025034" y="1506934"/>
                </a:cubicBezTo>
                <a:lnTo>
                  <a:pt x="7014783" y="1515868"/>
                </a:lnTo>
                <a:lnTo>
                  <a:pt x="6979706" y="1523511"/>
                </a:lnTo>
                <a:lnTo>
                  <a:pt x="6977890" y="1525793"/>
                </a:lnTo>
                <a:cubicBezTo>
                  <a:pt x="6971996" y="1527914"/>
                  <a:pt x="6959488" y="1529941"/>
                  <a:pt x="6944339" y="1536237"/>
                </a:cubicBezTo>
                <a:lnTo>
                  <a:pt x="6886996" y="1563569"/>
                </a:lnTo>
                <a:lnTo>
                  <a:pt x="6874510" y="1558469"/>
                </a:lnTo>
                <a:lnTo>
                  <a:pt x="6871943" y="1554651"/>
                </a:lnTo>
                <a:lnTo>
                  <a:pt x="6856174" y="1562024"/>
                </a:lnTo>
                <a:lnTo>
                  <a:pt x="6842321" y="1560554"/>
                </a:lnTo>
                <a:lnTo>
                  <a:pt x="6832713" y="1569357"/>
                </a:lnTo>
                <a:lnTo>
                  <a:pt x="6816351" y="1571495"/>
                </a:lnTo>
                <a:cubicBezTo>
                  <a:pt x="6810216" y="1571510"/>
                  <a:pt x="6803310" y="1571324"/>
                  <a:pt x="6795800" y="1572010"/>
                </a:cubicBezTo>
                <a:lnTo>
                  <a:pt x="6777546" y="1568661"/>
                </a:lnTo>
                <a:lnTo>
                  <a:pt x="6751528" y="1574143"/>
                </a:lnTo>
                <a:cubicBezTo>
                  <a:pt x="6731455" y="1578562"/>
                  <a:pt x="6712054" y="1582098"/>
                  <a:pt x="6691966" y="1582255"/>
                </a:cubicBezTo>
                <a:cubicBezTo>
                  <a:pt x="6677921" y="1590738"/>
                  <a:pt x="6663787" y="1595441"/>
                  <a:pt x="6646941" y="1588471"/>
                </a:cubicBezTo>
                <a:cubicBezTo>
                  <a:pt x="6605135" y="1597971"/>
                  <a:pt x="6598373" y="1612583"/>
                  <a:pt x="6568576" y="1606488"/>
                </a:cubicBezTo>
                <a:cubicBezTo>
                  <a:pt x="6562510" y="1614734"/>
                  <a:pt x="6558067" y="1619360"/>
                  <a:pt x="6554358" y="1621701"/>
                </a:cubicBezTo>
                <a:cubicBezTo>
                  <a:pt x="6543227" y="1628727"/>
                  <a:pt x="6538724" y="1615196"/>
                  <a:pt x="6516968" y="1617195"/>
                </a:cubicBezTo>
                <a:cubicBezTo>
                  <a:pt x="6493173" y="1617368"/>
                  <a:pt x="6528193" y="1598652"/>
                  <a:pt x="6506479" y="1602227"/>
                </a:cubicBezTo>
                <a:cubicBezTo>
                  <a:pt x="6486674" y="1613929"/>
                  <a:pt x="6478484" y="1593997"/>
                  <a:pt x="6458436" y="1607332"/>
                </a:cubicBezTo>
                <a:cubicBezTo>
                  <a:pt x="6471168" y="1620800"/>
                  <a:pt x="6410323" y="1615478"/>
                  <a:pt x="6414786" y="1628815"/>
                </a:cubicBezTo>
                <a:cubicBezTo>
                  <a:pt x="6385942" y="1615041"/>
                  <a:pt x="6386569" y="1640238"/>
                  <a:pt x="6357085" y="1640846"/>
                </a:cubicBezTo>
                <a:cubicBezTo>
                  <a:pt x="6341163" y="1636809"/>
                  <a:pt x="6331497" y="1637754"/>
                  <a:pt x="6322636" y="1648213"/>
                </a:cubicBezTo>
                <a:cubicBezTo>
                  <a:pt x="6248448" y="1627802"/>
                  <a:pt x="6286748" y="1654976"/>
                  <a:pt x="6226172" y="1654676"/>
                </a:cubicBezTo>
                <a:lnTo>
                  <a:pt x="6221217" y="1654506"/>
                </a:lnTo>
                <a:lnTo>
                  <a:pt x="6204956" y="1664280"/>
                </a:lnTo>
                <a:cubicBezTo>
                  <a:pt x="6204728" y="1665114"/>
                  <a:pt x="6204498" y="1665947"/>
                  <a:pt x="6204270" y="1666782"/>
                </a:cubicBezTo>
                <a:lnTo>
                  <a:pt x="6143810" y="1661963"/>
                </a:lnTo>
                <a:lnTo>
                  <a:pt x="6136560" y="1665728"/>
                </a:lnTo>
                <a:lnTo>
                  <a:pt x="6096155" y="1656951"/>
                </a:lnTo>
                <a:lnTo>
                  <a:pt x="6075812" y="1655422"/>
                </a:lnTo>
                <a:lnTo>
                  <a:pt x="6039495" y="1649680"/>
                </a:lnTo>
                <a:lnTo>
                  <a:pt x="6036523" y="1652121"/>
                </a:lnTo>
                <a:lnTo>
                  <a:pt x="6029328" y="1649904"/>
                </a:lnTo>
                <a:lnTo>
                  <a:pt x="6024075" y="1652779"/>
                </a:lnTo>
                <a:lnTo>
                  <a:pt x="6018085" y="1652030"/>
                </a:lnTo>
                <a:cubicBezTo>
                  <a:pt x="6006658" y="1653831"/>
                  <a:pt x="5968194" y="1662035"/>
                  <a:pt x="5955513" y="1663584"/>
                </a:cubicBezTo>
                <a:lnTo>
                  <a:pt x="5941996" y="1661326"/>
                </a:lnTo>
                <a:lnTo>
                  <a:pt x="5931789" y="1669915"/>
                </a:lnTo>
                <a:lnTo>
                  <a:pt x="5888686" y="1672175"/>
                </a:lnTo>
                <a:lnTo>
                  <a:pt x="5873794" y="1665454"/>
                </a:lnTo>
                <a:lnTo>
                  <a:pt x="5860022" y="1660635"/>
                </a:lnTo>
                <a:lnTo>
                  <a:pt x="5858237" y="1660649"/>
                </a:lnTo>
                <a:lnTo>
                  <a:pt x="5840319" y="1660798"/>
                </a:lnTo>
                <a:lnTo>
                  <a:pt x="5806984" y="1661075"/>
                </a:lnTo>
                <a:cubicBezTo>
                  <a:pt x="5785708" y="1661533"/>
                  <a:pt x="5764126" y="1662974"/>
                  <a:pt x="5742351" y="1667489"/>
                </a:cubicBezTo>
                <a:cubicBezTo>
                  <a:pt x="5659069" y="1645168"/>
                  <a:pt x="5615134" y="1706361"/>
                  <a:pt x="5521171" y="1671626"/>
                </a:cubicBezTo>
                <a:cubicBezTo>
                  <a:pt x="5491803" y="1671296"/>
                  <a:pt x="5498089" y="1662666"/>
                  <a:pt x="5457384" y="1683952"/>
                </a:cubicBezTo>
                <a:cubicBezTo>
                  <a:pt x="5356959" y="1699287"/>
                  <a:pt x="5078905" y="1774579"/>
                  <a:pt x="4950070" y="1748401"/>
                </a:cubicBezTo>
                <a:cubicBezTo>
                  <a:pt x="4918276" y="1752255"/>
                  <a:pt x="4891043" y="1756936"/>
                  <a:pt x="4872172" y="1757222"/>
                </a:cubicBezTo>
                <a:lnTo>
                  <a:pt x="4809524" y="1761033"/>
                </a:lnTo>
                <a:cubicBezTo>
                  <a:pt x="4791324" y="1772975"/>
                  <a:pt x="4777258" y="1754591"/>
                  <a:pt x="4759058" y="1766533"/>
                </a:cubicBezTo>
                <a:cubicBezTo>
                  <a:pt x="4747481" y="1770744"/>
                  <a:pt x="4734604" y="1772921"/>
                  <a:pt x="4719749" y="1771811"/>
                </a:cubicBezTo>
                <a:cubicBezTo>
                  <a:pt x="4671168" y="1780243"/>
                  <a:pt x="4634134" y="1775931"/>
                  <a:pt x="4568686" y="1786141"/>
                </a:cubicBezTo>
                <a:cubicBezTo>
                  <a:pt x="4544667" y="1777910"/>
                  <a:pt x="4432547" y="1778168"/>
                  <a:pt x="4418751" y="1796932"/>
                </a:cubicBezTo>
                <a:cubicBezTo>
                  <a:pt x="4403360" y="1801488"/>
                  <a:pt x="4385278" y="1795746"/>
                  <a:pt x="4378377" y="1815528"/>
                </a:cubicBezTo>
                <a:cubicBezTo>
                  <a:pt x="4366870" y="1839461"/>
                  <a:pt x="4337372" y="1814003"/>
                  <a:pt x="4320575" y="1832722"/>
                </a:cubicBezTo>
                <a:cubicBezTo>
                  <a:pt x="4277898" y="1857053"/>
                  <a:pt x="4243945" y="1846759"/>
                  <a:pt x="4211935" y="1860177"/>
                </a:cubicBezTo>
                <a:cubicBezTo>
                  <a:pt x="4181519" y="1859584"/>
                  <a:pt x="4171342" y="1859762"/>
                  <a:pt x="4101228" y="1868717"/>
                </a:cubicBezTo>
                <a:cubicBezTo>
                  <a:pt x="4080159" y="1876188"/>
                  <a:pt x="4039427" y="1877381"/>
                  <a:pt x="3973223" y="1881015"/>
                </a:cubicBezTo>
                <a:cubicBezTo>
                  <a:pt x="3971330" y="1884974"/>
                  <a:pt x="3952843" y="1879225"/>
                  <a:pt x="3900992" y="1880603"/>
                </a:cubicBezTo>
                <a:cubicBezTo>
                  <a:pt x="3849141" y="1881981"/>
                  <a:pt x="3740060" y="1895686"/>
                  <a:pt x="3662119" y="1889285"/>
                </a:cubicBezTo>
                <a:cubicBezTo>
                  <a:pt x="3565155" y="1881322"/>
                  <a:pt x="3613412" y="1915150"/>
                  <a:pt x="3496919" y="1873180"/>
                </a:cubicBezTo>
                <a:cubicBezTo>
                  <a:pt x="3488062" y="1895719"/>
                  <a:pt x="3474293" y="1876288"/>
                  <a:pt x="3449433" y="1889681"/>
                </a:cubicBezTo>
                <a:cubicBezTo>
                  <a:pt x="3406553" y="1891629"/>
                  <a:pt x="3413217" y="1897797"/>
                  <a:pt x="3369766" y="1916653"/>
                </a:cubicBezTo>
                <a:cubicBezTo>
                  <a:pt x="3338805" y="1929531"/>
                  <a:pt x="3289487" y="1928617"/>
                  <a:pt x="3269672" y="1938036"/>
                </a:cubicBezTo>
                <a:lnTo>
                  <a:pt x="3224897" y="1943733"/>
                </a:lnTo>
                <a:cubicBezTo>
                  <a:pt x="3188693" y="1949271"/>
                  <a:pt x="3178540" y="1909145"/>
                  <a:pt x="3161463" y="1946591"/>
                </a:cubicBezTo>
                <a:lnTo>
                  <a:pt x="3112044" y="1935614"/>
                </a:lnTo>
                <a:lnTo>
                  <a:pt x="3069716" y="1930463"/>
                </a:lnTo>
                <a:cubicBezTo>
                  <a:pt x="3049937" y="1924285"/>
                  <a:pt x="3047816" y="1925644"/>
                  <a:pt x="3005773" y="1915878"/>
                </a:cubicBezTo>
                <a:cubicBezTo>
                  <a:pt x="2978838" y="1921092"/>
                  <a:pt x="2967972" y="1927319"/>
                  <a:pt x="2897201" y="1926772"/>
                </a:cubicBezTo>
                <a:lnTo>
                  <a:pt x="2783891" y="1931749"/>
                </a:lnTo>
                <a:cubicBezTo>
                  <a:pt x="2753098" y="1932794"/>
                  <a:pt x="2731621" y="1915151"/>
                  <a:pt x="2712447" y="1933044"/>
                </a:cubicBezTo>
                <a:cubicBezTo>
                  <a:pt x="2621923" y="1990472"/>
                  <a:pt x="2637976" y="1949546"/>
                  <a:pt x="2560151" y="1963609"/>
                </a:cubicBezTo>
                <a:cubicBezTo>
                  <a:pt x="2472084" y="1973456"/>
                  <a:pt x="2423631" y="1962133"/>
                  <a:pt x="2367221" y="1971884"/>
                </a:cubicBezTo>
                <a:cubicBezTo>
                  <a:pt x="2355331" y="1950582"/>
                  <a:pt x="2295649" y="1950006"/>
                  <a:pt x="2272130" y="1961162"/>
                </a:cubicBezTo>
                <a:cubicBezTo>
                  <a:pt x="2229336" y="1964326"/>
                  <a:pt x="2232627" y="1943953"/>
                  <a:pt x="2189404" y="1978172"/>
                </a:cubicBezTo>
                <a:cubicBezTo>
                  <a:pt x="2153824" y="1968017"/>
                  <a:pt x="2114605" y="1969166"/>
                  <a:pt x="2077704" y="1965002"/>
                </a:cubicBezTo>
                <a:cubicBezTo>
                  <a:pt x="2053064" y="1962036"/>
                  <a:pt x="2051584" y="1971011"/>
                  <a:pt x="2033299" y="1969042"/>
                </a:cubicBezTo>
                <a:cubicBezTo>
                  <a:pt x="2015014" y="1967073"/>
                  <a:pt x="1998956" y="1958903"/>
                  <a:pt x="1967996" y="1953187"/>
                </a:cubicBezTo>
                <a:cubicBezTo>
                  <a:pt x="1924117" y="1970917"/>
                  <a:pt x="1915668" y="1940297"/>
                  <a:pt x="1855805" y="1926082"/>
                </a:cubicBezTo>
                <a:cubicBezTo>
                  <a:pt x="1830663" y="1943732"/>
                  <a:pt x="1810564" y="1935694"/>
                  <a:pt x="1790957" y="1919460"/>
                </a:cubicBezTo>
                <a:cubicBezTo>
                  <a:pt x="1732588" y="1924884"/>
                  <a:pt x="1679506" y="1900619"/>
                  <a:pt x="1613978" y="1891581"/>
                </a:cubicBezTo>
                <a:cubicBezTo>
                  <a:pt x="1542961" y="1912227"/>
                  <a:pt x="1506863" y="1865666"/>
                  <a:pt x="1436831" y="1856201"/>
                </a:cubicBezTo>
                <a:cubicBezTo>
                  <a:pt x="1409149" y="1862955"/>
                  <a:pt x="1416370" y="1829853"/>
                  <a:pt x="1357365" y="1832140"/>
                </a:cubicBezTo>
                <a:cubicBezTo>
                  <a:pt x="1285880" y="1811785"/>
                  <a:pt x="1273193" y="1786872"/>
                  <a:pt x="1232341" y="1785942"/>
                </a:cubicBezTo>
                <a:cubicBezTo>
                  <a:pt x="1223903" y="1792798"/>
                  <a:pt x="1160576" y="1793911"/>
                  <a:pt x="1162595" y="1784330"/>
                </a:cubicBezTo>
                <a:cubicBezTo>
                  <a:pt x="1153167" y="1787110"/>
                  <a:pt x="1122206" y="1805077"/>
                  <a:pt x="1120257" y="1789615"/>
                </a:cubicBezTo>
                <a:cubicBezTo>
                  <a:pt x="1073149" y="1786750"/>
                  <a:pt x="1034361" y="1768718"/>
                  <a:pt x="991903" y="1786741"/>
                </a:cubicBezTo>
                <a:cubicBezTo>
                  <a:pt x="966383" y="1781126"/>
                  <a:pt x="949501" y="1800915"/>
                  <a:pt x="883960" y="1809389"/>
                </a:cubicBezTo>
                <a:cubicBezTo>
                  <a:pt x="836064" y="1808194"/>
                  <a:pt x="826980" y="1826610"/>
                  <a:pt x="766531" y="1805053"/>
                </a:cubicBezTo>
                <a:cubicBezTo>
                  <a:pt x="732778" y="1801141"/>
                  <a:pt x="694055" y="1787044"/>
                  <a:pt x="669779" y="1800537"/>
                </a:cubicBezTo>
                <a:cubicBezTo>
                  <a:pt x="645252" y="1794709"/>
                  <a:pt x="563495" y="1813232"/>
                  <a:pt x="523898" y="1811085"/>
                </a:cubicBezTo>
                <a:cubicBezTo>
                  <a:pt x="457555" y="1798530"/>
                  <a:pt x="395227" y="1824052"/>
                  <a:pt x="360251" y="1830735"/>
                </a:cubicBezTo>
                <a:cubicBezTo>
                  <a:pt x="313564" y="1825583"/>
                  <a:pt x="298281" y="1811622"/>
                  <a:pt x="255207" y="1818275"/>
                </a:cubicBezTo>
                <a:cubicBezTo>
                  <a:pt x="206572" y="1839769"/>
                  <a:pt x="160277" y="1836800"/>
                  <a:pt x="101803" y="1870647"/>
                </a:cubicBezTo>
                <a:cubicBezTo>
                  <a:pt x="85849" y="1910002"/>
                  <a:pt x="27997" y="1845258"/>
                  <a:pt x="25397" y="1888443"/>
                </a:cubicBezTo>
                <a:cubicBezTo>
                  <a:pt x="19096" y="1881154"/>
                  <a:pt x="11260" y="1878398"/>
                  <a:pt x="2370" y="1878311"/>
                </a:cubicBezTo>
                <a:lnTo>
                  <a:pt x="0" y="1878785"/>
                </a:lnTo>
                <a:lnTo>
                  <a:pt x="0" y="0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7275002-1ED1-EFB6-B864-C7DA683F57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0770" y="5748"/>
            <a:ext cx="10068156" cy="1417105"/>
          </a:xfrm>
        </p:spPr>
        <p:txBody>
          <a:bodyPr>
            <a:normAutofit/>
          </a:bodyPr>
          <a:lstStyle/>
          <a:p>
            <a:r>
              <a:rPr lang="en-US" dirty="0">
                <a:ea typeface="Calibri Light"/>
                <a:cs typeface="Calibri Light"/>
              </a:rPr>
              <a:t>Azure SQL Performance Tuning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C93B46-87CE-FCD3-578C-CC70F36DF6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5033" y="1421985"/>
            <a:ext cx="7939234" cy="4794791"/>
          </a:xfrm>
        </p:spPr>
        <p:txBody>
          <a:bodyPr vert="horz" lIns="91440" tIns="45720" rIns="91440" bIns="45720" rtlCol="0" anchor="t">
            <a:noAutofit/>
          </a:bodyPr>
          <a:lstStyle/>
          <a:p>
            <a:endParaRPr lang="en-US" b="1" dirty="0"/>
          </a:p>
          <a:p>
            <a:r>
              <a:rPr lang="en-US" sz="1600" dirty="0"/>
              <a:t>Azure SQL performance monitoring involves tracking resource utilization, identifying query bottlenecks, and applying intelligent tuning recommendations through a variety of built-in and integrated tools. </a:t>
            </a:r>
          </a:p>
          <a:p>
            <a:endParaRPr lang="en-US" sz="1600" dirty="0">
              <a:highlight>
                <a:srgbClr val="1F1F1F"/>
              </a:highlight>
              <a:latin typeface="Segoe UI"/>
              <a:ea typeface="Calibri"/>
              <a:cs typeface="Segoe UI"/>
            </a:endParaRPr>
          </a:p>
          <a:p>
            <a:r>
              <a:rPr lang="en-US" sz="1600" b="1" dirty="0"/>
              <a:t>Azure Monitor:</a:t>
            </a:r>
            <a:r>
              <a:rPr lang="en-US" sz="1600" dirty="0"/>
              <a:t> The primary hub for viewing real-time metrics such as CPU percentage, DTU usage, and storage consumption. You can use the Azure Metrics Explorer to create custom charts and pin them to dashboards.</a:t>
            </a:r>
          </a:p>
          <a:p>
            <a:r>
              <a:rPr lang="en-US" sz="1600" dirty="0">
                <a:hlinkClick r:id="rId2"/>
              </a:rPr>
              <a:t>Database Watcher (Preview)</a:t>
            </a:r>
            <a:r>
              <a:rPr lang="en-US" sz="1600" b="1" dirty="0"/>
              <a:t>:</a:t>
            </a:r>
            <a:r>
              <a:rPr lang="en-US" sz="1600" dirty="0"/>
              <a:t> A managed monitoring solution that provides in-depth dashboards across your entire Azure SQL estate. It collects data from over 70 catalog and dynamic management views into a central Azure Data Explorer store.</a:t>
            </a:r>
          </a:p>
          <a:p>
            <a:r>
              <a:rPr lang="en-US" sz="1600" dirty="0">
                <a:hlinkClick r:id="rId3"/>
              </a:rPr>
              <a:t>Query Performance Insight</a:t>
            </a:r>
            <a:r>
              <a:rPr lang="en-US" sz="1600" b="1" dirty="0"/>
              <a:t>:</a:t>
            </a:r>
            <a:r>
              <a:rPr lang="en-US" sz="1600" dirty="0"/>
              <a:t> Visualizes the top resource-consuming queries by CPU, duration, and execution count. It relies on </a:t>
            </a:r>
            <a:r>
              <a:rPr lang="en-US" sz="1600" dirty="0">
                <a:hlinkClick r:id="rId4"/>
              </a:rPr>
              <a:t>Query Store</a:t>
            </a:r>
            <a:r>
              <a:rPr lang="en-US" sz="1600" dirty="0"/>
              <a:t> data to identify problematic SQL statements</a:t>
            </a:r>
          </a:p>
          <a:p>
            <a:endParaRPr lang="en-US" sz="1600" dirty="0">
              <a:highlight>
                <a:srgbClr val="1F1F1F"/>
              </a:highlight>
              <a:latin typeface="Segoe UI"/>
              <a:ea typeface="Calibri"/>
              <a:cs typeface="Segoe UI"/>
            </a:endParaRPr>
          </a:p>
        </p:txBody>
      </p:sp>
      <p:pic>
        <p:nvPicPr>
          <p:cNvPr id="28" name="Graphic 27" descr="Database">
            <a:extLst>
              <a:ext uri="{FF2B5EF4-FFF2-40B4-BE49-F238E27FC236}">
                <a16:creationId xmlns:a16="http://schemas.microsoft.com/office/drawing/2014/main" id="{CCBC0961-34A1-EB79-116D-76876B83193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436084" y="1814516"/>
            <a:ext cx="3755915" cy="3755915"/>
          </a:xfrm>
          <a:prstGeom prst="rect">
            <a:avLst/>
          </a:prstGeom>
        </p:spPr>
      </p:pic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9A0D773F-7A7D-4DBB-9DEA-86BB8B8F4B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5381624" y="6209414"/>
            <a:ext cx="6810375" cy="648586"/>
          </a:xfrm>
          <a:custGeom>
            <a:avLst/>
            <a:gdLst>
              <a:gd name="connsiteX0" fmla="*/ 0 w 10753706"/>
              <a:gd name="connsiteY0" fmla="*/ 0 h 1027260"/>
              <a:gd name="connsiteX1" fmla="*/ 10753706 w 10753706"/>
              <a:gd name="connsiteY1" fmla="*/ 0 h 1027260"/>
              <a:gd name="connsiteX2" fmla="*/ 10748809 w 10753706"/>
              <a:gd name="connsiteY2" fmla="*/ 2522 h 1027260"/>
              <a:gd name="connsiteX3" fmla="*/ 10725330 w 10753706"/>
              <a:gd name="connsiteY3" fmla="*/ 11977 h 1027260"/>
              <a:gd name="connsiteX4" fmla="*/ 10615423 w 10753706"/>
              <a:gd name="connsiteY4" fmla="*/ 52967 h 1027260"/>
              <a:gd name="connsiteX5" fmla="*/ 10533936 w 10753706"/>
              <a:gd name="connsiteY5" fmla="*/ 53095 h 1027260"/>
              <a:gd name="connsiteX6" fmla="*/ 10466876 w 10753706"/>
              <a:gd name="connsiteY6" fmla="*/ 45180 h 1027260"/>
              <a:gd name="connsiteX7" fmla="*/ 10355090 w 10753706"/>
              <a:gd name="connsiteY7" fmla="*/ 89741 h 1027260"/>
              <a:gd name="connsiteX8" fmla="*/ 10087145 w 10753706"/>
              <a:gd name="connsiteY8" fmla="*/ 66115 h 1027260"/>
              <a:gd name="connsiteX9" fmla="*/ 10015902 w 10753706"/>
              <a:gd name="connsiteY9" fmla="*/ 76178 h 1027260"/>
              <a:gd name="connsiteX10" fmla="*/ 9806005 w 10753706"/>
              <a:gd name="connsiteY10" fmla="*/ 102435 h 1027260"/>
              <a:gd name="connsiteX11" fmla="*/ 9602583 w 10753706"/>
              <a:gd name="connsiteY11" fmla="*/ 179170 h 1027260"/>
              <a:gd name="connsiteX12" fmla="*/ 9469719 w 10753706"/>
              <a:gd name="connsiteY12" fmla="*/ 174721 h 1027260"/>
              <a:gd name="connsiteX13" fmla="*/ 9408692 w 10753706"/>
              <a:gd name="connsiteY13" fmla="*/ 189513 h 1027260"/>
              <a:gd name="connsiteX14" fmla="*/ 9364151 w 10753706"/>
              <a:gd name="connsiteY14" fmla="*/ 194072 h 1027260"/>
              <a:gd name="connsiteX15" fmla="*/ 9337751 w 10753706"/>
              <a:gd name="connsiteY15" fmla="*/ 197579 h 1027260"/>
              <a:gd name="connsiteX16" fmla="*/ 9297166 w 10753706"/>
              <a:gd name="connsiteY16" fmla="*/ 216558 h 1027260"/>
              <a:gd name="connsiteX17" fmla="*/ 9123859 w 10753706"/>
              <a:gd name="connsiteY17" fmla="*/ 237356 h 1027260"/>
              <a:gd name="connsiteX18" fmla="*/ 8950741 w 10753706"/>
              <a:gd name="connsiteY18" fmla="*/ 238020 h 1027260"/>
              <a:gd name="connsiteX19" fmla="*/ 8718236 w 10753706"/>
              <a:gd name="connsiteY19" fmla="*/ 303148 h 1027260"/>
              <a:gd name="connsiteX20" fmla="*/ 8694011 w 10753706"/>
              <a:gd name="connsiteY20" fmla="*/ 308812 h 1027260"/>
              <a:gd name="connsiteX21" fmla="*/ 8611976 w 10753706"/>
              <a:gd name="connsiteY21" fmla="*/ 324819 h 1027260"/>
              <a:gd name="connsiteX22" fmla="*/ 8562074 w 10753706"/>
              <a:gd name="connsiteY22" fmla="*/ 337971 h 1027260"/>
              <a:gd name="connsiteX23" fmla="*/ 8501724 w 10753706"/>
              <a:gd name="connsiteY23" fmla="*/ 360865 h 1027260"/>
              <a:gd name="connsiteX24" fmla="*/ 8504489 w 10753706"/>
              <a:gd name="connsiteY24" fmla="*/ 364790 h 1027260"/>
              <a:gd name="connsiteX25" fmla="*/ 8492774 w 10753706"/>
              <a:gd name="connsiteY25" fmla="*/ 366181 h 1027260"/>
              <a:gd name="connsiteX26" fmla="*/ 8466405 w 10753706"/>
              <a:gd name="connsiteY26" fmla="*/ 368724 h 1027260"/>
              <a:gd name="connsiteX27" fmla="*/ 8427069 w 10753706"/>
              <a:gd name="connsiteY27" fmla="*/ 387211 h 1027260"/>
              <a:gd name="connsiteX28" fmla="*/ 8387766 w 10753706"/>
              <a:gd name="connsiteY28" fmla="*/ 377161 h 1027260"/>
              <a:gd name="connsiteX29" fmla="*/ 8315874 w 10753706"/>
              <a:gd name="connsiteY29" fmla="*/ 395527 h 1027260"/>
              <a:gd name="connsiteX30" fmla="*/ 8274474 w 10753706"/>
              <a:gd name="connsiteY30" fmla="*/ 405112 h 1027260"/>
              <a:gd name="connsiteX31" fmla="*/ 8234664 w 10753706"/>
              <a:gd name="connsiteY31" fmla="*/ 410219 h 1027260"/>
              <a:gd name="connsiteX32" fmla="*/ 8211268 w 10753706"/>
              <a:gd name="connsiteY32" fmla="*/ 416791 h 1027260"/>
              <a:gd name="connsiteX33" fmla="*/ 8188615 w 10753706"/>
              <a:gd name="connsiteY33" fmla="*/ 421755 h 1027260"/>
              <a:gd name="connsiteX34" fmla="*/ 8179981 w 10753706"/>
              <a:gd name="connsiteY34" fmla="*/ 420402 h 1027260"/>
              <a:gd name="connsiteX35" fmla="*/ 8179307 w 10753706"/>
              <a:gd name="connsiteY35" fmla="*/ 422516 h 1027260"/>
              <a:gd name="connsiteX36" fmla="*/ 8147929 w 10753706"/>
              <a:gd name="connsiteY36" fmla="*/ 450302 h 1027260"/>
              <a:gd name="connsiteX37" fmla="*/ 8089136 w 10753706"/>
              <a:gd name="connsiteY37" fmla="*/ 465283 h 1027260"/>
              <a:gd name="connsiteX38" fmla="*/ 8049973 w 10753706"/>
              <a:gd name="connsiteY38" fmla="*/ 454121 h 1027260"/>
              <a:gd name="connsiteX39" fmla="*/ 7965913 w 10753706"/>
              <a:gd name="connsiteY39" fmla="*/ 464415 h 1027260"/>
              <a:gd name="connsiteX40" fmla="*/ 7945093 w 10753706"/>
              <a:gd name="connsiteY40" fmla="*/ 464798 h 1027260"/>
              <a:gd name="connsiteX41" fmla="*/ 7935335 w 10753706"/>
              <a:gd name="connsiteY41" fmla="*/ 462442 h 1027260"/>
              <a:gd name="connsiteX42" fmla="*/ 7904779 w 10753706"/>
              <a:gd name="connsiteY42" fmla="*/ 471429 h 1027260"/>
              <a:gd name="connsiteX43" fmla="*/ 7855604 w 10753706"/>
              <a:gd name="connsiteY43" fmla="*/ 480199 h 1027260"/>
              <a:gd name="connsiteX44" fmla="*/ 7832630 w 10753706"/>
              <a:gd name="connsiteY44" fmla="*/ 485371 h 1027260"/>
              <a:gd name="connsiteX45" fmla="*/ 7812438 w 10753706"/>
              <a:gd name="connsiteY45" fmla="*/ 485391 h 1027260"/>
              <a:gd name="connsiteX46" fmla="*/ 7701399 w 10753706"/>
              <a:gd name="connsiteY46" fmla="*/ 495197 h 1027260"/>
              <a:gd name="connsiteX47" fmla="*/ 7674778 w 10753706"/>
              <a:gd name="connsiteY47" fmla="*/ 494723 h 1027260"/>
              <a:gd name="connsiteX48" fmla="*/ 7660445 w 10753706"/>
              <a:gd name="connsiteY48" fmla="*/ 490194 h 1027260"/>
              <a:gd name="connsiteX49" fmla="*/ 7651781 w 10753706"/>
              <a:gd name="connsiteY49" fmla="*/ 493084 h 1027260"/>
              <a:gd name="connsiteX50" fmla="*/ 7584807 w 10753706"/>
              <a:gd name="connsiteY50" fmla="*/ 499490 h 1027260"/>
              <a:gd name="connsiteX51" fmla="*/ 7541324 w 10753706"/>
              <a:gd name="connsiteY51" fmla="*/ 504184 h 1027260"/>
              <a:gd name="connsiteX52" fmla="*/ 7541756 w 10753706"/>
              <a:gd name="connsiteY52" fmla="*/ 512184 h 1027260"/>
              <a:gd name="connsiteX53" fmla="*/ 7503906 w 10753706"/>
              <a:gd name="connsiteY53" fmla="*/ 518551 h 1027260"/>
              <a:gd name="connsiteX54" fmla="*/ 7460411 w 10753706"/>
              <a:gd name="connsiteY54" fmla="*/ 517415 h 1027260"/>
              <a:gd name="connsiteX55" fmla="*/ 7460116 w 10753706"/>
              <a:gd name="connsiteY55" fmla="*/ 517548 h 1027260"/>
              <a:gd name="connsiteX56" fmla="*/ 7297810 w 10753706"/>
              <a:gd name="connsiteY56" fmla="*/ 563947 h 1027260"/>
              <a:gd name="connsiteX57" fmla="*/ 6946388 w 10753706"/>
              <a:gd name="connsiteY57" fmla="*/ 665244 h 1027260"/>
              <a:gd name="connsiteX58" fmla="*/ 6741704 w 10753706"/>
              <a:gd name="connsiteY58" fmla="*/ 679365 h 1027260"/>
              <a:gd name="connsiteX59" fmla="*/ 6624680 w 10753706"/>
              <a:gd name="connsiteY59" fmla="*/ 677674 h 1027260"/>
              <a:gd name="connsiteX60" fmla="*/ 6605700 w 10753706"/>
              <a:gd name="connsiteY60" fmla="*/ 683566 h 1027260"/>
              <a:gd name="connsiteX61" fmla="*/ 6576922 w 10753706"/>
              <a:gd name="connsiteY61" fmla="*/ 683030 h 1027260"/>
              <a:gd name="connsiteX62" fmla="*/ 6405123 w 10753706"/>
              <a:gd name="connsiteY62" fmla="*/ 721946 h 1027260"/>
              <a:gd name="connsiteX63" fmla="*/ 6368938 w 10753706"/>
              <a:gd name="connsiteY63" fmla="*/ 717341 h 1027260"/>
              <a:gd name="connsiteX64" fmla="*/ 6295102 w 10753706"/>
              <a:gd name="connsiteY64" fmla="*/ 729508 h 1027260"/>
              <a:gd name="connsiteX65" fmla="*/ 6202084 w 10753706"/>
              <a:gd name="connsiteY65" fmla="*/ 767091 h 1027260"/>
              <a:gd name="connsiteX66" fmla="*/ 6067157 w 10753706"/>
              <a:gd name="connsiteY66" fmla="*/ 790339 h 1027260"/>
              <a:gd name="connsiteX67" fmla="*/ 6061443 w 10753706"/>
              <a:gd name="connsiteY67" fmla="*/ 796151 h 1027260"/>
              <a:gd name="connsiteX68" fmla="*/ 6051406 w 10753706"/>
              <a:gd name="connsiteY68" fmla="*/ 800684 h 1027260"/>
              <a:gd name="connsiteX69" fmla="*/ 6049097 w 10753706"/>
              <a:gd name="connsiteY69" fmla="*/ 800636 h 1027260"/>
              <a:gd name="connsiteX70" fmla="*/ 6034222 w 10753706"/>
              <a:gd name="connsiteY70" fmla="*/ 804110 h 1027260"/>
              <a:gd name="connsiteX71" fmla="*/ 6033121 w 10753706"/>
              <a:gd name="connsiteY71" fmla="*/ 806078 h 1027260"/>
              <a:gd name="connsiteX72" fmla="*/ 6023593 w 10753706"/>
              <a:gd name="connsiteY72" fmla="*/ 808842 h 1027260"/>
              <a:gd name="connsiteX73" fmla="*/ 6006639 w 10753706"/>
              <a:gd name="connsiteY73" fmla="*/ 815304 h 1027260"/>
              <a:gd name="connsiteX74" fmla="*/ 6001762 w 10753706"/>
              <a:gd name="connsiteY74" fmla="*/ 815557 h 1027260"/>
              <a:gd name="connsiteX75" fmla="*/ 5973534 w 10753706"/>
              <a:gd name="connsiteY75" fmla="*/ 823815 h 1027260"/>
              <a:gd name="connsiteX76" fmla="*/ 5972336 w 10753706"/>
              <a:gd name="connsiteY76" fmla="*/ 823476 h 1027260"/>
              <a:gd name="connsiteX77" fmla="*/ 5960841 w 10753706"/>
              <a:gd name="connsiteY77" fmla="*/ 823819 h 1027260"/>
              <a:gd name="connsiteX78" fmla="*/ 5940719 w 10753706"/>
              <a:gd name="connsiteY78" fmla="*/ 825514 h 1027260"/>
              <a:gd name="connsiteX79" fmla="*/ 5884298 w 10753706"/>
              <a:gd name="connsiteY79" fmla="*/ 823806 h 1027260"/>
              <a:gd name="connsiteX80" fmla="*/ 5854779 w 10753706"/>
              <a:gd name="connsiteY80" fmla="*/ 832365 h 1027260"/>
              <a:gd name="connsiteX81" fmla="*/ 5848382 w 10753706"/>
              <a:gd name="connsiteY81" fmla="*/ 833844 h 1027260"/>
              <a:gd name="connsiteX82" fmla="*/ 5848066 w 10753706"/>
              <a:gd name="connsiteY82" fmla="*/ 833772 h 1027260"/>
              <a:gd name="connsiteX83" fmla="*/ 5840944 w 10753706"/>
              <a:gd name="connsiteY83" fmla="*/ 835132 h 1027260"/>
              <a:gd name="connsiteX84" fmla="*/ 5836719 w 10753706"/>
              <a:gd name="connsiteY84" fmla="*/ 836539 h 1027260"/>
              <a:gd name="connsiteX85" fmla="*/ 5824311 w 10753706"/>
              <a:gd name="connsiteY85" fmla="*/ 839408 h 1027260"/>
              <a:gd name="connsiteX86" fmla="*/ 5818788 w 10753706"/>
              <a:gd name="connsiteY86" fmla="*/ 839727 h 1027260"/>
              <a:gd name="connsiteX87" fmla="*/ 5763953 w 10753706"/>
              <a:gd name="connsiteY87" fmla="*/ 834282 h 1027260"/>
              <a:gd name="connsiteX88" fmla="*/ 5667748 w 10753706"/>
              <a:gd name="connsiteY88" fmla="*/ 840211 h 1027260"/>
              <a:gd name="connsiteX89" fmla="*/ 5573108 w 10753706"/>
              <a:gd name="connsiteY89" fmla="*/ 847611 h 1027260"/>
              <a:gd name="connsiteX90" fmla="*/ 5539137 w 10753706"/>
              <a:gd name="connsiteY90" fmla="*/ 851033 h 1027260"/>
              <a:gd name="connsiteX91" fmla="*/ 5510651 w 10753706"/>
              <a:gd name="connsiteY91" fmla="*/ 844215 h 1027260"/>
              <a:gd name="connsiteX92" fmla="*/ 5457331 w 10753706"/>
              <a:gd name="connsiteY92" fmla="*/ 839159 h 1027260"/>
              <a:gd name="connsiteX93" fmla="*/ 5410613 w 10753706"/>
              <a:gd name="connsiteY93" fmla="*/ 834358 h 1027260"/>
              <a:gd name="connsiteX94" fmla="*/ 5370040 w 10753706"/>
              <a:gd name="connsiteY94" fmla="*/ 862127 h 1027260"/>
              <a:gd name="connsiteX95" fmla="*/ 5318778 w 10753706"/>
              <a:gd name="connsiteY95" fmla="*/ 855310 h 1027260"/>
              <a:gd name="connsiteX96" fmla="*/ 5298645 w 10753706"/>
              <a:gd name="connsiteY96" fmla="*/ 855171 h 1027260"/>
              <a:gd name="connsiteX97" fmla="*/ 5253828 w 10753706"/>
              <a:gd name="connsiteY97" fmla="*/ 859670 h 1027260"/>
              <a:gd name="connsiteX98" fmla="*/ 5216955 w 10753706"/>
              <a:gd name="connsiteY98" fmla="*/ 866245 h 1027260"/>
              <a:gd name="connsiteX99" fmla="*/ 5214344 w 10753706"/>
              <a:gd name="connsiteY99" fmla="*/ 868102 h 1027260"/>
              <a:gd name="connsiteX100" fmla="*/ 5195561 w 10753706"/>
              <a:gd name="connsiteY100" fmla="*/ 869949 h 1027260"/>
              <a:gd name="connsiteX101" fmla="*/ 5182555 w 10753706"/>
              <a:gd name="connsiteY101" fmla="*/ 873542 h 1027260"/>
              <a:gd name="connsiteX102" fmla="*/ 5172552 w 10753706"/>
              <a:gd name="connsiteY102" fmla="*/ 878801 h 1027260"/>
              <a:gd name="connsiteX103" fmla="*/ 5027993 w 10753706"/>
              <a:gd name="connsiteY103" fmla="*/ 889666 h 1027260"/>
              <a:gd name="connsiteX104" fmla="*/ 4939844 w 10753706"/>
              <a:gd name="connsiteY104" fmla="*/ 934802 h 1027260"/>
              <a:gd name="connsiteX105" fmla="*/ 4792576 w 10753706"/>
              <a:gd name="connsiteY105" fmla="*/ 934820 h 1027260"/>
              <a:gd name="connsiteX106" fmla="*/ 4602423 w 10753706"/>
              <a:gd name="connsiteY106" fmla="*/ 958063 h 1027260"/>
              <a:gd name="connsiteX107" fmla="*/ 4290656 w 10753706"/>
              <a:gd name="connsiteY107" fmla="*/ 969152 h 1027260"/>
              <a:gd name="connsiteX108" fmla="*/ 3952334 w 10753706"/>
              <a:gd name="connsiteY108" fmla="*/ 954043 h 1027260"/>
              <a:gd name="connsiteX109" fmla="*/ 3858560 w 10753706"/>
              <a:gd name="connsiteY109" fmla="*/ 948781 h 1027260"/>
              <a:gd name="connsiteX110" fmla="*/ 3846597 w 10753706"/>
              <a:gd name="connsiteY110" fmla="*/ 948382 h 1027260"/>
              <a:gd name="connsiteX111" fmla="*/ 3736044 w 10753706"/>
              <a:gd name="connsiteY111" fmla="*/ 947759 h 1027260"/>
              <a:gd name="connsiteX112" fmla="*/ 3713136 w 10753706"/>
              <a:gd name="connsiteY112" fmla="*/ 946963 h 1027260"/>
              <a:gd name="connsiteX113" fmla="*/ 3695939 w 10753706"/>
              <a:gd name="connsiteY113" fmla="*/ 943639 h 1027260"/>
              <a:gd name="connsiteX114" fmla="*/ 3694125 w 10753706"/>
              <a:gd name="connsiteY114" fmla="*/ 940567 h 1027260"/>
              <a:gd name="connsiteX115" fmla="*/ 3681925 w 10753706"/>
              <a:gd name="connsiteY115" fmla="*/ 939706 h 1027260"/>
              <a:gd name="connsiteX116" fmla="*/ 3679204 w 10753706"/>
              <a:gd name="connsiteY116" fmla="*/ 938926 h 1027260"/>
              <a:gd name="connsiteX117" fmla="*/ 3615656 w 10753706"/>
              <a:gd name="connsiteY117" fmla="*/ 940320 h 1027260"/>
              <a:gd name="connsiteX118" fmla="*/ 3567983 w 10753706"/>
              <a:gd name="connsiteY118" fmla="*/ 935596 h 1027260"/>
              <a:gd name="connsiteX119" fmla="*/ 3422423 w 10753706"/>
              <a:gd name="connsiteY119" fmla="*/ 932129 h 1027260"/>
              <a:gd name="connsiteX120" fmla="*/ 3310925 w 10753706"/>
              <a:gd name="connsiteY120" fmla="*/ 911072 h 1027260"/>
              <a:gd name="connsiteX121" fmla="*/ 3139421 w 10753706"/>
              <a:gd name="connsiteY121" fmla="*/ 934151 h 1027260"/>
              <a:gd name="connsiteX122" fmla="*/ 2996922 w 10753706"/>
              <a:gd name="connsiteY122" fmla="*/ 927537 h 1027260"/>
              <a:gd name="connsiteX123" fmla="*/ 2982785 w 10753706"/>
              <a:gd name="connsiteY123" fmla="*/ 931453 h 1027260"/>
              <a:gd name="connsiteX124" fmla="*/ 2967478 w 10753706"/>
              <a:gd name="connsiteY124" fmla="*/ 933397 h 1027260"/>
              <a:gd name="connsiteX125" fmla="*/ 2948552 w 10753706"/>
              <a:gd name="connsiteY125" fmla="*/ 932961 h 1027260"/>
              <a:gd name="connsiteX126" fmla="*/ 2944404 w 10753706"/>
              <a:gd name="connsiteY126" fmla="*/ 934452 h 1027260"/>
              <a:gd name="connsiteX127" fmla="*/ 2908608 w 10753706"/>
              <a:gd name="connsiteY127" fmla="*/ 937205 h 1027260"/>
              <a:gd name="connsiteX128" fmla="*/ 2904443 w 10753706"/>
              <a:gd name="connsiteY128" fmla="*/ 936455 h 1027260"/>
              <a:gd name="connsiteX129" fmla="*/ 2868935 w 10753706"/>
              <a:gd name="connsiteY129" fmla="*/ 938022 h 1027260"/>
              <a:gd name="connsiteX130" fmla="*/ 2868586 w 10753706"/>
              <a:gd name="connsiteY130" fmla="*/ 937487 h 1027260"/>
              <a:gd name="connsiteX131" fmla="*/ 2859191 w 10753706"/>
              <a:gd name="connsiteY131" fmla="*/ 935503 h 1027260"/>
              <a:gd name="connsiteX132" fmla="*/ 2840915 w 10753706"/>
              <a:gd name="connsiteY132" fmla="*/ 932977 h 1027260"/>
              <a:gd name="connsiteX133" fmla="*/ 2763509 w 10753706"/>
              <a:gd name="connsiteY133" fmla="*/ 921850 h 1027260"/>
              <a:gd name="connsiteX134" fmla="*/ 2756121 w 10753706"/>
              <a:gd name="connsiteY134" fmla="*/ 921864 h 1027260"/>
              <a:gd name="connsiteX135" fmla="*/ 2755998 w 10753706"/>
              <a:gd name="connsiteY135" fmla="*/ 921739 h 1027260"/>
              <a:gd name="connsiteX136" fmla="*/ 2748255 w 10753706"/>
              <a:gd name="connsiteY136" fmla="*/ 921505 h 1027260"/>
              <a:gd name="connsiteX137" fmla="*/ 2694601 w 10753706"/>
              <a:gd name="connsiteY137" fmla="*/ 915575 h 1027260"/>
              <a:gd name="connsiteX138" fmla="*/ 2635357 w 10753706"/>
              <a:gd name="connsiteY138" fmla="*/ 910976 h 1027260"/>
              <a:gd name="connsiteX139" fmla="*/ 2601047 w 10753706"/>
              <a:gd name="connsiteY139" fmla="*/ 910263 h 1027260"/>
              <a:gd name="connsiteX140" fmla="*/ 2507482 w 10753706"/>
              <a:gd name="connsiteY140" fmla="*/ 906211 h 1027260"/>
              <a:gd name="connsiteX141" fmla="*/ 2413884 w 10753706"/>
              <a:gd name="connsiteY141" fmla="*/ 900545 h 1027260"/>
              <a:gd name="connsiteX142" fmla="*/ 2368912 w 10753706"/>
              <a:gd name="connsiteY142" fmla="*/ 888755 h 1027260"/>
              <a:gd name="connsiteX143" fmla="*/ 2349490 w 10753706"/>
              <a:gd name="connsiteY143" fmla="*/ 889719 h 1027260"/>
              <a:gd name="connsiteX144" fmla="*/ 2344290 w 10753706"/>
              <a:gd name="connsiteY144" fmla="*/ 890584 h 1027260"/>
              <a:gd name="connsiteX145" fmla="*/ 2336488 w 10753706"/>
              <a:gd name="connsiteY145" fmla="*/ 891058 h 1027260"/>
              <a:gd name="connsiteX146" fmla="*/ 2329015 w 10753706"/>
              <a:gd name="connsiteY146" fmla="*/ 891627 h 1027260"/>
              <a:gd name="connsiteX147" fmla="*/ 2293898 w 10753706"/>
              <a:gd name="connsiteY147" fmla="*/ 896431 h 1027260"/>
              <a:gd name="connsiteX148" fmla="*/ 2243927 w 10753706"/>
              <a:gd name="connsiteY148" fmla="*/ 888076 h 1027260"/>
              <a:gd name="connsiteX149" fmla="*/ 2223920 w 10753706"/>
              <a:gd name="connsiteY149" fmla="*/ 887331 h 1027260"/>
              <a:gd name="connsiteX150" fmla="*/ 2213081 w 10753706"/>
              <a:gd name="connsiteY150" fmla="*/ 886302 h 1027260"/>
              <a:gd name="connsiteX151" fmla="*/ 2212307 w 10753706"/>
              <a:gd name="connsiteY151" fmla="*/ 885829 h 1027260"/>
              <a:gd name="connsiteX152" fmla="*/ 2152321 w 10753706"/>
              <a:gd name="connsiteY152" fmla="*/ 894418 h 1027260"/>
              <a:gd name="connsiteX153" fmla="*/ 2140985 w 10753706"/>
              <a:gd name="connsiteY153" fmla="*/ 895968 h 1027260"/>
              <a:gd name="connsiteX154" fmla="*/ 2121210 w 10753706"/>
              <a:gd name="connsiteY154" fmla="*/ 899354 h 1027260"/>
              <a:gd name="connsiteX155" fmla="*/ 2119146 w 10753706"/>
              <a:gd name="connsiteY155" fmla="*/ 899033 h 1027260"/>
              <a:gd name="connsiteX156" fmla="*/ 2105666 w 10753706"/>
              <a:gd name="connsiteY156" fmla="*/ 902240 h 1027260"/>
              <a:gd name="connsiteX157" fmla="*/ 2094924 w 10753706"/>
              <a:gd name="connsiteY157" fmla="*/ 907203 h 1027260"/>
              <a:gd name="connsiteX158" fmla="*/ 1949478 w 10753706"/>
              <a:gd name="connsiteY158" fmla="*/ 913748 h 1027260"/>
              <a:gd name="connsiteX159" fmla="*/ 1749684 w 10753706"/>
              <a:gd name="connsiteY159" fmla="*/ 942223 h 1027260"/>
              <a:gd name="connsiteX160" fmla="*/ 1585576 w 10753706"/>
              <a:gd name="connsiteY160" fmla="*/ 954170 h 1027260"/>
              <a:gd name="connsiteX161" fmla="*/ 1476250 w 10753706"/>
              <a:gd name="connsiteY161" fmla="*/ 950653 h 1027260"/>
              <a:gd name="connsiteX162" fmla="*/ 1433927 w 10753706"/>
              <a:gd name="connsiteY162" fmla="*/ 959926 h 1027260"/>
              <a:gd name="connsiteX163" fmla="*/ 1414893 w 10753706"/>
              <a:gd name="connsiteY163" fmla="*/ 957671 h 1027260"/>
              <a:gd name="connsiteX164" fmla="*/ 1411585 w 10753706"/>
              <a:gd name="connsiteY164" fmla="*/ 957179 h 1027260"/>
              <a:gd name="connsiteX165" fmla="*/ 1398896 w 10753706"/>
              <a:gd name="connsiteY165" fmla="*/ 957460 h 1027260"/>
              <a:gd name="connsiteX166" fmla="*/ 1394632 w 10753706"/>
              <a:gd name="connsiteY166" fmla="*/ 954725 h 1027260"/>
              <a:gd name="connsiteX167" fmla="*/ 1375043 w 10753706"/>
              <a:gd name="connsiteY167" fmla="*/ 953132 h 1027260"/>
              <a:gd name="connsiteX168" fmla="*/ 1351876 w 10753706"/>
              <a:gd name="connsiteY168" fmla="*/ 954436 h 1027260"/>
              <a:gd name="connsiteX169" fmla="*/ 1242676 w 10753706"/>
              <a:gd name="connsiteY169" fmla="*/ 963767 h 1027260"/>
              <a:gd name="connsiteX170" fmla="*/ 1205993 w 10753706"/>
              <a:gd name="connsiteY170" fmla="*/ 974080 h 1027260"/>
              <a:gd name="connsiteX171" fmla="*/ 1052221 w 10753706"/>
              <a:gd name="connsiteY171" fmla="*/ 963954 h 1027260"/>
              <a:gd name="connsiteX172" fmla="*/ 968270 w 10753706"/>
              <a:gd name="connsiteY172" fmla="*/ 964761 h 1027260"/>
              <a:gd name="connsiteX173" fmla="*/ 874493 w 10753706"/>
              <a:gd name="connsiteY173" fmla="*/ 998122 h 1027260"/>
              <a:gd name="connsiteX174" fmla="*/ 814411 w 10753706"/>
              <a:gd name="connsiteY174" fmla="*/ 1007391 h 1027260"/>
              <a:gd name="connsiteX175" fmla="*/ 688604 w 10753706"/>
              <a:gd name="connsiteY175" fmla="*/ 1015631 h 1027260"/>
              <a:gd name="connsiteX176" fmla="*/ 618171 w 10753706"/>
              <a:gd name="connsiteY176" fmla="*/ 1027260 h 1027260"/>
              <a:gd name="connsiteX177" fmla="*/ 570379 w 10753706"/>
              <a:gd name="connsiteY177" fmla="*/ 1023487 h 1027260"/>
              <a:gd name="connsiteX178" fmla="*/ 482519 w 10753706"/>
              <a:gd name="connsiteY178" fmla="*/ 1002108 h 1027260"/>
              <a:gd name="connsiteX179" fmla="*/ 475319 w 10753706"/>
              <a:gd name="connsiteY179" fmla="*/ 1009922 h 1027260"/>
              <a:gd name="connsiteX180" fmla="*/ 431104 w 10753706"/>
              <a:gd name="connsiteY180" fmla="*/ 1009317 h 1027260"/>
              <a:gd name="connsiteX181" fmla="*/ 363782 w 10753706"/>
              <a:gd name="connsiteY181" fmla="*/ 1007585 h 1027260"/>
              <a:gd name="connsiteX182" fmla="*/ 325533 w 10753706"/>
              <a:gd name="connsiteY182" fmla="*/ 1008502 h 1027260"/>
              <a:gd name="connsiteX183" fmla="*/ 220429 w 10753706"/>
              <a:gd name="connsiteY183" fmla="*/ 1008927 h 1027260"/>
              <a:gd name="connsiteX184" fmla="*/ 114676 w 10753706"/>
              <a:gd name="connsiteY184" fmla="*/ 1007765 h 1027260"/>
              <a:gd name="connsiteX185" fmla="*/ 13470 w 10753706"/>
              <a:gd name="connsiteY185" fmla="*/ 998544 h 1027260"/>
              <a:gd name="connsiteX186" fmla="*/ 0 w 10753706"/>
              <a:gd name="connsiteY186" fmla="*/ 997355 h 10272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</a:cxnLst>
            <a:rect l="l" t="t" r="r" b="b"/>
            <a:pathLst>
              <a:path w="10753706" h="1027260">
                <a:moveTo>
                  <a:pt x="0" y="0"/>
                </a:moveTo>
                <a:lnTo>
                  <a:pt x="10753706" y="0"/>
                </a:lnTo>
                <a:lnTo>
                  <a:pt x="10748809" y="2522"/>
                </a:lnTo>
                <a:cubicBezTo>
                  <a:pt x="10744031" y="4644"/>
                  <a:pt x="10737551" y="7204"/>
                  <a:pt x="10725330" y="11977"/>
                </a:cubicBezTo>
                <a:cubicBezTo>
                  <a:pt x="10700888" y="21523"/>
                  <a:pt x="10652058" y="39304"/>
                  <a:pt x="10615423" y="52967"/>
                </a:cubicBezTo>
                <a:cubicBezTo>
                  <a:pt x="10598524" y="49017"/>
                  <a:pt x="10550674" y="61360"/>
                  <a:pt x="10533936" y="53095"/>
                </a:cubicBezTo>
                <a:cubicBezTo>
                  <a:pt x="10519435" y="55674"/>
                  <a:pt x="10480156" y="49393"/>
                  <a:pt x="10466876" y="45180"/>
                </a:cubicBezTo>
                <a:cubicBezTo>
                  <a:pt x="10443145" y="68059"/>
                  <a:pt x="10382269" y="71294"/>
                  <a:pt x="10355090" y="89741"/>
                </a:cubicBezTo>
                <a:cubicBezTo>
                  <a:pt x="10286222" y="95376"/>
                  <a:pt x="10146285" y="63529"/>
                  <a:pt x="10087145" y="66115"/>
                </a:cubicBezTo>
                <a:cubicBezTo>
                  <a:pt x="10067575" y="79584"/>
                  <a:pt x="10043111" y="68921"/>
                  <a:pt x="10015902" y="76178"/>
                </a:cubicBezTo>
                <a:cubicBezTo>
                  <a:pt x="9952302" y="84628"/>
                  <a:pt x="9893286" y="103337"/>
                  <a:pt x="9806005" y="102435"/>
                </a:cubicBezTo>
                <a:cubicBezTo>
                  <a:pt x="9782247" y="141133"/>
                  <a:pt x="9674787" y="151643"/>
                  <a:pt x="9602583" y="179170"/>
                </a:cubicBezTo>
                <a:cubicBezTo>
                  <a:pt x="9557658" y="187584"/>
                  <a:pt x="9478290" y="154235"/>
                  <a:pt x="9469719" y="174721"/>
                </a:cubicBezTo>
                <a:cubicBezTo>
                  <a:pt x="9443779" y="165070"/>
                  <a:pt x="9431317" y="185692"/>
                  <a:pt x="9408692" y="189513"/>
                </a:cubicBezTo>
                <a:cubicBezTo>
                  <a:pt x="9387154" y="183843"/>
                  <a:pt x="9380475" y="191089"/>
                  <a:pt x="9364151" y="194072"/>
                </a:cubicBezTo>
                <a:cubicBezTo>
                  <a:pt x="9354686" y="190222"/>
                  <a:pt x="9340485" y="191782"/>
                  <a:pt x="9337751" y="197579"/>
                </a:cubicBezTo>
                <a:cubicBezTo>
                  <a:pt x="9349566" y="209270"/>
                  <a:pt x="9297468" y="207714"/>
                  <a:pt x="9297166" y="216558"/>
                </a:cubicBezTo>
                <a:cubicBezTo>
                  <a:pt x="9269057" y="220999"/>
                  <a:pt x="9139630" y="221783"/>
                  <a:pt x="9123859" y="237356"/>
                </a:cubicBezTo>
                <a:cubicBezTo>
                  <a:pt x="9068176" y="249209"/>
                  <a:pt x="8975349" y="235349"/>
                  <a:pt x="8950741" y="238020"/>
                </a:cubicBezTo>
                <a:cubicBezTo>
                  <a:pt x="8916265" y="215428"/>
                  <a:pt x="8822808" y="292026"/>
                  <a:pt x="8718236" y="303148"/>
                </a:cubicBezTo>
                <a:cubicBezTo>
                  <a:pt x="8703111" y="302060"/>
                  <a:pt x="8695551" y="302792"/>
                  <a:pt x="8694011" y="308812"/>
                </a:cubicBezTo>
                <a:cubicBezTo>
                  <a:pt x="8661810" y="312764"/>
                  <a:pt x="8637956" y="329628"/>
                  <a:pt x="8611976" y="324819"/>
                </a:cubicBezTo>
                <a:cubicBezTo>
                  <a:pt x="8621849" y="336388"/>
                  <a:pt x="8562809" y="325917"/>
                  <a:pt x="8562074" y="337971"/>
                </a:cubicBezTo>
                <a:cubicBezTo>
                  <a:pt x="8543699" y="343978"/>
                  <a:pt x="8511321" y="356396"/>
                  <a:pt x="8501724" y="360865"/>
                </a:cubicBezTo>
                <a:lnTo>
                  <a:pt x="8504489" y="364790"/>
                </a:lnTo>
                <a:lnTo>
                  <a:pt x="8492774" y="366181"/>
                </a:lnTo>
                <a:lnTo>
                  <a:pt x="8466405" y="368724"/>
                </a:lnTo>
                <a:cubicBezTo>
                  <a:pt x="8455454" y="372229"/>
                  <a:pt x="8440175" y="385805"/>
                  <a:pt x="8427069" y="387211"/>
                </a:cubicBezTo>
                <a:cubicBezTo>
                  <a:pt x="8400442" y="392215"/>
                  <a:pt x="8397079" y="382989"/>
                  <a:pt x="8387766" y="377161"/>
                </a:cubicBezTo>
                <a:cubicBezTo>
                  <a:pt x="8369233" y="378548"/>
                  <a:pt x="8334756" y="390869"/>
                  <a:pt x="8315874" y="395527"/>
                </a:cubicBezTo>
                <a:cubicBezTo>
                  <a:pt x="8306664" y="400500"/>
                  <a:pt x="8272845" y="393679"/>
                  <a:pt x="8274474" y="405112"/>
                </a:cubicBezTo>
                <a:cubicBezTo>
                  <a:pt x="8255483" y="406194"/>
                  <a:pt x="8244963" y="408376"/>
                  <a:pt x="8234664" y="410219"/>
                </a:cubicBezTo>
                <a:lnTo>
                  <a:pt x="8211268" y="416791"/>
                </a:lnTo>
                <a:cubicBezTo>
                  <a:pt x="8204720" y="419941"/>
                  <a:pt x="8197411" y="422004"/>
                  <a:pt x="8188615" y="421755"/>
                </a:cubicBezTo>
                <a:lnTo>
                  <a:pt x="8179981" y="420402"/>
                </a:lnTo>
                <a:lnTo>
                  <a:pt x="8179307" y="422516"/>
                </a:lnTo>
                <a:cubicBezTo>
                  <a:pt x="8179027" y="425797"/>
                  <a:pt x="8175790" y="448341"/>
                  <a:pt x="8147929" y="450302"/>
                </a:cubicBezTo>
                <a:cubicBezTo>
                  <a:pt x="8130300" y="457967"/>
                  <a:pt x="8114933" y="461015"/>
                  <a:pt x="8089136" y="465283"/>
                </a:cubicBezTo>
                <a:cubicBezTo>
                  <a:pt x="8072810" y="465920"/>
                  <a:pt x="8069376" y="451569"/>
                  <a:pt x="8049973" y="454121"/>
                </a:cubicBezTo>
                <a:cubicBezTo>
                  <a:pt x="7974508" y="471465"/>
                  <a:pt x="8006050" y="447139"/>
                  <a:pt x="7965913" y="464415"/>
                </a:cubicBezTo>
                <a:cubicBezTo>
                  <a:pt x="7958234" y="466025"/>
                  <a:pt x="7951405" y="465800"/>
                  <a:pt x="7945093" y="464798"/>
                </a:cubicBezTo>
                <a:lnTo>
                  <a:pt x="7935335" y="462442"/>
                </a:lnTo>
                <a:lnTo>
                  <a:pt x="7904779" y="471429"/>
                </a:lnTo>
                <a:cubicBezTo>
                  <a:pt x="7889387" y="474999"/>
                  <a:pt x="7872867" y="477951"/>
                  <a:pt x="7855604" y="480199"/>
                </a:cubicBezTo>
                <a:cubicBezTo>
                  <a:pt x="7850005" y="476378"/>
                  <a:pt x="7838628" y="483595"/>
                  <a:pt x="7832630" y="485371"/>
                </a:cubicBezTo>
                <a:cubicBezTo>
                  <a:pt x="7831473" y="482645"/>
                  <a:pt x="7816623" y="482661"/>
                  <a:pt x="7812438" y="485391"/>
                </a:cubicBezTo>
                <a:cubicBezTo>
                  <a:pt x="7709470" y="505049"/>
                  <a:pt x="7759426" y="473956"/>
                  <a:pt x="7701399" y="495197"/>
                </a:cubicBezTo>
                <a:cubicBezTo>
                  <a:pt x="7690986" y="496989"/>
                  <a:pt x="7682397" y="496365"/>
                  <a:pt x="7674778" y="494723"/>
                </a:cubicBezTo>
                <a:lnTo>
                  <a:pt x="7660445" y="490194"/>
                </a:lnTo>
                <a:lnTo>
                  <a:pt x="7651781" y="493084"/>
                </a:lnTo>
                <a:cubicBezTo>
                  <a:pt x="7616113" y="496548"/>
                  <a:pt x="7603273" y="491735"/>
                  <a:pt x="7584807" y="499490"/>
                </a:cubicBezTo>
                <a:cubicBezTo>
                  <a:pt x="7549256" y="490212"/>
                  <a:pt x="7563949" y="500167"/>
                  <a:pt x="7541324" y="504184"/>
                </a:cubicBezTo>
                <a:cubicBezTo>
                  <a:pt x="7523851" y="508307"/>
                  <a:pt x="7559546" y="509825"/>
                  <a:pt x="7541756" y="512184"/>
                </a:cubicBezTo>
                <a:cubicBezTo>
                  <a:pt x="7520963" y="510864"/>
                  <a:pt x="7525755" y="520497"/>
                  <a:pt x="7503906" y="518551"/>
                </a:cubicBezTo>
                <a:cubicBezTo>
                  <a:pt x="7505924" y="510774"/>
                  <a:pt x="7464361" y="523683"/>
                  <a:pt x="7460411" y="517415"/>
                </a:cubicBezTo>
                <a:lnTo>
                  <a:pt x="7460116" y="517548"/>
                </a:lnTo>
                <a:cubicBezTo>
                  <a:pt x="7447785" y="530928"/>
                  <a:pt x="7310141" y="550568"/>
                  <a:pt x="7297810" y="563947"/>
                </a:cubicBezTo>
                <a:cubicBezTo>
                  <a:pt x="7221791" y="605698"/>
                  <a:pt x="7039072" y="646008"/>
                  <a:pt x="6946388" y="665244"/>
                </a:cubicBezTo>
                <a:cubicBezTo>
                  <a:pt x="6853704" y="684480"/>
                  <a:pt x="6804875" y="677485"/>
                  <a:pt x="6741704" y="679365"/>
                </a:cubicBezTo>
                <a:lnTo>
                  <a:pt x="6624680" y="677674"/>
                </a:lnTo>
                <a:lnTo>
                  <a:pt x="6605700" y="683566"/>
                </a:lnTo>
                <a:cubicBezTo>
                  <a:pt x="6603309" y="685184"/>
                  <a:pt x="6599550" y="685647"/>
                  <a:pt x="6576922" y="683030"/>
                </a:cubicBezTo>
                <a:cubicBezTo>
                  <a:pt x="6527275" y="698355"/>
                  <a:pt x="6440981" y="702347"/>
                  <a:pt x="6405123" y="721946"/>
                </a:cubicBezTo>
                <a:cubicBezTo>
                  <a:pt x="6407963" y="715467"/>
                  <a:pt x="6383450" y="712913"/>
                  <a:pt x="6368938" y="717341"/>
                </a:cubicBezTo>
                <a:cubicBezTo>
                  <a:pt x="6377914" y="692119"/>
                  <a:pt x="6315316" y="744281"/>
                  <a:pt x="6295102" y="729508"/>
                </a:cubicBezTo>
                <a:cubicBezTo>
                  <a:pt x="6300358" y="744473"/>
                  <a:pt x="6240070" y="776254"/>
                  <a:pt x="6202084" y="767091"/>
                </a:cubicBezTo>
                <a:cubicBezTo>
                  <a:pt x="6152826" y="774744"/>
                  <a:pt x="6122010" y="790367"/>
                  <a:pt x="6067157" y="790339"/>
                </a:cubicBezTo>
                <a:cubicBezTo>
                  <a:pt x="6066310" y="792484"/>
                  <a:pt x="6064283" y="794403"/>
                  <a:pt x="6061443" y="796151"/>
                </a:cubicBezTo>
                <a:lnTo>
                  <a:pt x="6051406" y="800684"/>
                </a:lnTo>
                <a:lnTo>
                  <a:pt x="6049097" y="800636"/>
                </a:lnTo>
                <a:cubicBezTo>
                  <a:pt x="6040408" y="801393"/>
                  <a:pt x="6036299" y="802645"/>
                  <a:pt x="6034222" y="804110"/>
                </a:cubicBezTo>
                <a:lnTo>
                  <a:pt x="6033121" y="806078"/>
                </a:lnTo>
                <a:lnTo>
                  <a:pt x="6023593" y="808842"/>
                </a:lnTo>
                <a:lnTo>
                  <a:pt x="6006639" y="815304"/>
                </a:lnTo>
                <a:lnTo>
                  <a:pt x="6001762" y="815557"/>
                </a:lnTo>
                <a:lnTo>
                  <a:pt x="5973534" y="823815"/>
                </a:lnTo>
                <a:lnTo>
                  <a:pt x="5972336" y="823476"/>
                </a:lnTo>
                <a:cubicBezTo>
                  <a:pt x="5969004" y="822901"/>
                  <a:pt x="5965329" y="822833"/>
                  <a:pt x="5960841" y="823819"/>
                </a:cubicBezTo>
                <a:cubicBezTo>
                  <a:pt x="5955860" y="815655"/>
                  <a:pt x="5953515" y="821882"/>
                  <a:pt x="5940719" y="825514"/>
                </a:cubicBezTo>
                <a:cubicBezTo>
                  <a:pt x="5930130" y="813644"/>
                  <a:pt x="5900943" y="827979"/>
                  <a:pt x="5884298" y="823806"/>
                </a:cubicBezTo>
                <a:cubicBezTo>
                  <a:pt x="5875133" y="826741"/>
                  <a:pt x="5865250" y="829630"/>
                  <a:pt x="5854779" y="832365"/>
                </a:cubicBezTo>
                <a:lnTo>
                  <a:pt x="5848382" y="833844"/>
                </a:lnTo>
                <a:lnTo>
                  <a:pt x="5848066" y="833772"/>
                </a:lnTo>
                <a:cubicBezTo>
                  <a:pt x="5846273" y="833879"/>
                  <a:pt x="5844018" y="834284"/>
                  <a:pt x="5840944" y="835132"/>
                </a:cubicBezTo>
                <a:lnTo>
                  <a:pt x="5836719" y="836539"/>
                </a:lnTo>
                <a:lnTo>
                  <a:pt x="5824311" y="839408"/>
                </a:lnTo>
                <a:lnTo>
                  <a:pt x="5818788" y="839727"/>
                </a:lnTo>
                <a:cubicBezTo>
                  <a:pt x="5797008" y="838594"/>
                  <a:pt x="5786883" y="822081"/>
                  <a:pt x="5763953" y="834282"/>
                </a:cubicBezTo>
                <a:cubicBezTo>
                  <a:pt x="5726813" y="837521"/>
                  <a:pt x="5699446" y="830949"/>
                  <a:pt x="5667748" y="840211"/>
                </a:cubicBezTo>
                <a:cubicBezTo>
                  <a:pt x="5632959" y="843205"/>
                  <a:pt x="5601436" y="842280"/>
                  <a:pt x="5573108" y="847611"/>
                </a:cubicBezTo>
                <a:cubicBezTo>
                  <a:pt x="5560030" y="845832"/>
                  <a:pt x="5549547" y="851598"/>
                  <a:pt x="5539137" y="851033"/>
                </a:cubicBezTo>
                <a:cubicBezTo>
                  <a:pt x="5528728" y="850467"/>
                  <a:pt x="5529256" y="837509"/>
                  <a:pt x="5510651" y="844215"/>
                </a:cubicBezTo>
                <a:cubicBezTo>
                  <a:pt x="5494241" y="833607"/>
                  <a:pt x="5466101" y="839171"/>
                  <a:pt x="5457331" y="839159"/>
                </a:cubicBezTo>
                <a:lnTo>
                  <a:pt x="5410613" y="834358"/>
                </a:lnTo>
                <a:lnTo>
                  <a:pt x="5370040" y="862127"/>
                </a:lnTo>
                <a:cubicBezTo>
                  <a:pt x="5357863" y="856469"/>
                  <a:pt x="5319115" y="868069"/>
                  <a:pt x="5318778" y="855310"/>
                </a:cubicBezTo>
                <a:cubicBezTo>
                  <a:pt x="5303920" y="857760"/>
                  <a:pt x="5296727" y="863736"/>
                  <a:pt x="5298645" y="855171"/>
                </a:cubicBezTo>
                <a:cubicBezTo>
                  <a:pt x="5287819" y="855897"/>
                  <a:pt x="5267444" y="857825"/>
                  <a:pt x="5253828" y="859670"/>
                </a:cubicBezTo>
                <a:lnTo>
                  <a:pt x="5216955" y="866245"/>
                </a:lnTo>
                <a:lnTo>
                  <a:pt x="5214344" y="868102"/>
                </a:lnTo>
                <a:cubicBezTo>
                  <a:pt x="5210778" y="868719"/>
                  <a:pt x="5200859" y="869042"/>
                  <a:pt x="5195561" y="869949"/>
                </a:cubicBezTo>
                <a:lnTo>
                  <a:pt x="5182555" y="873542"/>
                </a:lnTo>
                <a:cubicBezTo>
                  <a:pt x="5178496" y="875023"/>
                  <a:pt x="5175066" y="876746"/>
                  <a:pt x="5172552" y="878801"/>
                </a:cubicBezTo>
                <a:cubicBezTo>
                  <a:pt x="5121406" y="873797"/>
                  <a:pt x="5080096" y="886529"/>
                  <a:pt x="5027993" y="889666"/>
                </a:cubicBezTo>
                <a:cubicBezTo>
                  <a:pt x="4999924" y="877115"/>
                  <a:pt x="4946973" y="919452"/>
                  <a:pt x="4939844" y="934802"/>
                </a:cubicBezTo>
                <a:cubicBezTo>
                  <a:pt x="4895154" y="940701"/>
                  <a:pt x="4844006" y="928240"/>
                  <a:pt x="4792576" y="934820"/>
                </a:cubicBezTo>
                <a:lnTo>
                  <a:pt x="4602423" y="958063"/>
                </a:lnTo>
                <a:cubicBezTo>
                  <a:pt x="4488530" y="967131"/>
                  <a:pt x="4399004" y="969822"/>
                  <a:pt x="4290656" y="969152"/>
                </a:cubicBezTo>
                <a:cubicBezTo>
                  <a:pt x="4182308" y="968482"/>
                  <a:pt x="4046938" y="971167"/>
                  <a:pt x="3952334" y="954043"/>
                </a:cubicBezTo>
                <a:lnTo>
                  <a:pt x="3858560" y="948781"/>
                </a:lnTo>
                <a:lnTo>
                  <a:pt x="3846597" y="948382"/>
                </a:lnTo>
                <a:cubicBezTo>
                  <a:pt x="3807516" y="956616"/>
                  <a:pt x="3767475" y="941640"/>
                  <a:pt x="3736044" y="947759"/>
                </a:cubicBezTo>
                <a:cubicBezTo>
                  <a:pt x="3727323" y="948128"/>
                  <a:pt x="3719828" y="947771"/>
                  <a:pt x="3713136" y="946963"/>
                </a:cubicBezTo>
                <a:lnTo>
                  <a:pt x="3695939" y="943639"/>
                </a:lnTo>
                <a:lnTo>
                  <a:pt x="3694125" y="940567"/>
                </a:lnTo>
                <a:lnTo>
                  <a:pt x="3681925" y="939706"/>
                </a:lnTo>
                <a:lnTo>
                  <a:pt x="3679204" y="938926"/>
                </a:lnTo>
                <a:cubicBezTo>
                  <a:pt x="3668160" y="939028"/>
                  <a:pt x="3634193" y="940875"/>
                  <a:pt x="3615656" y="940320"/>
                </a:cubicBezTo>
                <a:cubicBezTo>
                  <a:pt x="3582626" y="936974"/>
                  <a:pt x="3593904" y="949140"/>
                  <a:pt x="3567983" y="935596"/>
                </a:cubicBezTo>
                <a:cubicBezTo>
                  <a:pt x="3504185" y="939048"/>
                  <a:pt x="3482818" y="922224"/>
                  <a:pt x="3422423" y="932129"/>
                </a:cubicBezTo>
                <a:cubicBezTo>
                  <a:pt x="3369166" y="933413"/>
                  <a:pt x="3329486" y="910108"/>
                  <a:pt x="3310925" y="911072"/>
                </a:cubicBezTo>
                <a:cubicBezTo>
                  <a:pt x="3261363" y="909787"/>
                  <a:pt x="3198415" y="933574"/>
                  <a:pt x="3139421" y="934151"/>
                </a:cubicBezTo>
                <a:cubicBezTo>
                  <a:pt x="3088799" y="931012"/>
                  <a:pt x="3038941" y="938464"/>
                  <a:pt x="2996922" y="927537"/>
                </a:cubicBezTo>
                <a:cubicBezTo>
                  <a:pt x="2992673" y="929234"/>
                  <a:pt x="2987900" y="930498"/>
                  <a:pt x="2982785" y="931453"/>
                </a:cubicBezTo>
                <a:lnTo>
                  <a:pt x="2967478" y="933397"/>
                </a:lnTo>
                <a:lnTo>
                  <a:pt x="2948552" y="932961"/>
                </a:lnTo>
                <a:lnTo>
                  <a:pt x="2944404" y="934452"/>
                </a:lnTo>
                <a:lnTo>
                  <a:pt x="2908608" y="937205"/>
                </a:lnTo>
                <a:lnTo>
                  <a:pt x="2904443" y="936455"/>
                </a:lnTo>
                <a:lnTo>
                  <a:pt x="2868935" y="938022"/>
                </a:lnTo>
                <a:lnTo>
                  <a:pt x="2868586" y="937487"/>
                </a:lnTo>
                <a:cubicBezTo>
                  <a:pt x="2866994" y="936327"/>
                  <a:pt x="2864292" y="935538"/>
                  <a:pt x="2859191" y="935503"/>
                </a:cubicBezTo>
                <a:cubicBezTo>
                  <a:pt x="2869075" y="927418"/>
                  <a:pt x="2856828" y="932364"/>
                  <a:pt x="2840915" y="932977"/>
                </a:cubicBezTo>
                <a:lnTo>
                  <a:pt x="2763509" y="921850"/>
                </a:lnTo>
                <a:lnTo>
                  <a:pt x="2756121" y="921864"/>
                </a:lnTo>
                <a:cubicBezTo>
                  <a:pt x="2756081" y="921822"/>
                  <a:pt x="2756039" y="921781"/>
                  <a:pt x="2755998" y="921739"/>
                </a:cubicBezTo>
                <a:cubicBezTo>
                  <a:pt x="2754445" y="921476"/>
                  <a:pt x="2752036" y="921380"/>
                  <a:pt x="2748255" y="921505"/>
                </a:cubicBezTo>
                <a:lnTo>
                  <a:pt x="2694601" y="915575"/>
                </a:lnTo>
                <a:cubicBezTo>
                  <a:pt x="2671223" y="919874"/>
                  <a:pt x="2666972" y="913376"/>
                  <a:pt x="2635357" y="910976"/>
                </a:cubicBezTo>
                <a:cubicBezTo>
                  <a:pt x="2621906" y="915051"/>
                  <a:pt x="2611315" y="913542"/>
                  <a:pt x="2601047" y="910263"/>
                </a:cubicBezTo>
                <a:cubicBezTo>
                  <a:pt x="2570084" y="912074"/>
                  <a:pt x="2542135" y="907435"/>
                  <a:pt x="2507482" y="906211"/>
                </a:cubicBezTo>
                <a:cubicBezTo>
                  <a:pt x="2469706" y="911437"/>
                  <a:pt x="2450920" y="901812"/>
                  <a:pt x="2413884" y="900545"/>
                </a:cubicBezTo>
                <a:cubicBezTo>
                  <a:pt x="2381338" y="909664"/>
                  <a:pt x="2387753" y="892438"/>
                  <a:pt x="2368912" y="888755"/>
                </a:cubicBezTo>
                <a:lnTo>
                  <a:pt x="2349490" y="889719"/>
                </a:lnTo>
                <a:lnTo>
                  <a:pt x="2344290" y="890584"/>
                </a:lnTo>
                <a:cubicBezTo>
                  <a:pt x="2340673" y="891041"/>
                  <a:pt x="2338228" y="891167"/>
                  <a:pt x="2336488" y="891058"/>
                </a:cubicBezTo>
                <a:lnTo>
                  <a:pt x="2329015" y="891627"/>
                </a:lnTo>
                <a:cubicBezTo>
                  <a:pt x="2316843" y="893039"/>
                  <a:pt x="2305064" y="894669"/>
                  <a:pt x="2293898" y="896431"/>
                </a:cubicBezTo>
                <a:cubicBezTo>
                  <a:pt x="2282637" y="890404"/>
                  <a:pt x="2242346" y="900851"/>
                  <a:pt x="2243927" y="888076"/>
                </a:cubicBezTo>
                <a:cubicBezTo>
                  <a:pt x="2228778" y="890081"/>
                  <a:pt x="2220725" y="895845"/>
                  <a:pt x="2223920" y="887331"/>
                </a:cubicBezTo>
                <a:cubicBezTo>
                  <a:pt x="2218877" y="887756"/>
                  <a:pt x="2215583" y="887254"/>
                  <a:pt x="2213081" y="886302"/>
                </a:cubicBezTo>
                <a:lnTo>
                  <a:pt x="2212307" y="885829"/>
                </a:lnTo>
                <a:lnTo>
                  <a:pt x="2152321" y="894418"/>
                </a:lnTo>
                <a:lnTo>
                  <a:pt x="2140985" y="895968"/>
                </a:lnTo>
                <a:lnTo>
                  <a:pt x="2121210" y="899354"/>
                </a:lnTo>
                <a:lnTo>
                  <a:pt x="2119146" y="899033"/>
                </a:lnTo>
                <a:lnTo>
                  <a:pt x="2105666" y="902240"/>
                </a:lnTo>
                <a:cubicBezTo>
                  <a:pt x="2101407" y="903601"/>
                  <a:pt x="2097735" y="905221"/>
                  <a:pt x="2094924" y="907203"/>
                </a:cubicBezTo>
                <a:cubicBezTo>
                  <a:pt x="2044793" y="900664"/>
                  <a:pt x="2001785" y="912168"/>
                  <a:pt x="1949478" y="913748"/>
                </a:cubicBezTo>
                <a:cubicBezTo>
                  <a:pt x="1891937" y="919585"/>
                  <a:pt x="1810334" y="935486"/>
                  <a:pt x="1749684" y="942223"/>
                </a:cubicBezTo>
                <a:lnTo>
                  <a:pt x="1585576" y="954170"/>
                </a:lnTo>
                <a:cubicBezTo>
                  <a:pt x="1549165" y="943719"/>
                  <a:pt x="1511425" y="950847"/>
                  <a:pt x="1476250" y="950653"/>
                </a:cubicBezTo>
                <a:cubicBezTo>
                  <a:pt x="1488515" y="961596"/>
                  <a:pt x="1432660" y="946795"/>
                  <a:pt x="1433927" y="959926"/>
                </a:cubicBezTo>
                <a:cubicBezTo>
                  <a:pt x="1427485" y="959475"/>
                  <a:pt x="1421205" y="958623"/>
                  <a:pt x="1414893" y="957671"/>
                </a:cubicBezTo>
                <a:lnTo>
                  <a:pt x="1411585" y="957179"/>
                </a:lnTo>
                <a:lnTo>
                  <a:pt x="1398896" y="957460"/>
                </a:lnTo>
                <a:lnTo>
                  <a:pt x="1394632" y="954725"/>
                </a:lnTo>
                <a:lnTo>
                  <a:pt x="1375043" y="953132"/>
                </a:lnTo>
                <a:cubicBezTo>
                  <a:pt x="1367813" y="952970"/>
                  <a:pt x="1360155" y="953305"/>
                  <a:pt x="1351876" y="954436"/>
                </a:cubicBezTo>
                <a:cubicBezTo>
                  <a:pt x="1325912" y="963028"/>
                  <a:pt x="1274459" y="952492"/>
                  <a:pt x="1242676" y="963767"/>
                </a:cubicBezTo>
                <a:cubicBezTo>
                  <a:pt x="1230276" y="966918"/>
                  <a:pt x="1216715" y="977098"/>
                  <a:pt x="1205993" y="974080"/>
                </a:cubicBezTo>
                <a:cubicBezTo>
                  <a:pt x="1174251" y="974112"/>
                  <a:pt x="1086982" y="964420"/>
                  <a:pt x="1052221" y="963954"/>
                </a:cubicBezTo>
                <a:cubicBezTo>
                  <a:pt x="1038515" y="970622"/>
                  <a:pt x="1009522" y="962342"/>
                  <a:pt x="968270" y="964761"/>
                </a:cubicBezTo>
                <a:cubicBezTo>
                  <a:pt x="943437" y="973698"/>
                  <a:pt x="900136" y="991017"/>
                  <a:pt x="874493" y="998122"/>
                </a:cubicBezTo>
                <a:cubicBezTo>
                  <a:pt x="848849" y="1005226"/>
                  <a:pt x="853424" y="1009427"/>
                  <a:pt x="814411" y="1007391"/>
                </a:cubicBezTo>
                <a:cubicBezTo>
                  <a:pt x="765926" y="1022821"/>
                  <a:pt x="732885" y="1009859"/>
                  <a:pt x="688604" y="1015631"/>
                </a:cubicBezTo>
                <a:cubicBezTo>
                  <a:pt x="638045" y="1020877"/>
                  <a:pt x="677999" y="1011556"/>
                  <a:pt x="618171" y="1027260"/>
                </a:cubicBezTo>
                <a:cubicBezTo>
                  <a:pt x="609680" y="1023165"/>
                  <a:pt x="583253" y="1020277"/>
                  <a:pt x="570379" y="1023487"/>
                </a:cubicBezTo>
                <a:cubicBezTo>
                  <a:pt x="543992" y="1022523"/>
                  <a:pt x="505183" y="1001686"/>
                  <a:pt x="482519" y="1002108"/>
                </a:cubicBezTo>
                <a:cubicBezTo>
                  <a:pt x="464011" y="1002285"/>
                  <a:pt x="495211" y="1007995"/>
                  <a:pt x="475319" y="1009922"/>
                </a:cubicBezTo>
                <a:cubicBezTo>
                  <a:pt x="450818" y="1011135"/>
                  <a:pt x="454804" y="1022539"/>
                  <a:pt x="431104" y="1009317"/>
                </a:cubicBezTo>
                <a:cubicBezTo>
                  <a:pt x="406857" y="1014651"/>
                  <a:pt x="399686" y="1008456"/>
                  <a:pt x="363782" y="1007585"/>
                </a:cubicBezTo>
                <a:cubicBezTo>
                  <a:pt x="350440" y="1012231"/>
                  <a:pt x="338145" y="1011245"/>
                  <a:pt x="325533" y="1008502"/>
                </a:cubicBezTo>
                <a:cubicBezTo>
                  <a:pt x="291944" y="1011745"/>
                  <a:pt x="259251" y="1008497"/>
                  <a:pt x="220429" y="1008927"/>
                </a:cubicBezTo>
                <a:cubicBezTo>
                  <a:pt x="180594" y="1015852"/>
                  <a:pt x="156150" y="1007265"/>
                  <a:pt x="114676" y="1007765"/>
                </a:cubicBezTo>
                <a:cubicBezTo>
                  <a:pt x="85718" y="1006195"/>
                  <a:pt x="43316" y="1001491"/>
                  <a:pt x="13470" y="998544"/>
                </a:cubicBezTo>
                <a:lnTo>
                  <a:pt x="0" y="997355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64160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ABE521-14AE-1695-9722-084088DF9A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Azure SQL Performance Tuning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FC8CF4-AF75-D5DF-DB24-0B15E25B9D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1900" dirty="0">
                <a:hlinkClick r:id="rId2"/>
              </a:rPr>
              <a:t>Database Advisors</a:t>
            </a:r>
            <a:r>
              <a:rPr lang="en-US" sz="1900" b="1" dirty="0"/>
              <a:t>:</a:t>
            </a:r>
            <a:r>
              <a:rPr lang="en-US" sz="1900" dirty="0"/>
              <a:t> Automatically identifies missing indexes, redundant indexes, and query parameterization opportunities based on workload patterns.</a:t>
            </a:r>
          </a:p>
          <a:p>
            <a:r>
              <a:rPr lang="en-US" sz="1900" dirty="0">
                <a:hlinkClick r:id="rId3"/>
              </a:rPr>
              <a:t>Automatic Tuning</a:t>
            </a:r>
            <a:r>
              <a:rPr lang="en-US" sz="1900" b="1" dirty="0"/>
              <a:t>:</a:t>
            </a:r>
            <a:r>
              <a:rPr lang="en-US" sz="1900" dirty="0"/>
              <a:t> Can be enabled to automatically implement advisor recommendations, such as forcing the last known good query plan if a regression is detected.</a:t>
            </a:r>
          </a:p>
          <a:p>
            <a:r>
              <a:rPr lang="en-US" sz="1900" b="1" dirty="0"/>
              <a:t>Intelligent Insights:</a:t>
            </a:r>
            <a:r>
              <a:rPr lang="en-US" sz="1900" dirty="0"/>
              <a:t> Uses AI to detect disruptive events causing poor performance and generates logs with root cause analysis and mitigation steps. </a:t>
            </a:r>
          </a:p>
          <a:p>
            <a:endParaRPr lang="en-US" sz="1900" dirty="0"/>
          </a:p>
          <a:p>
            <a:r>
              <a:rPr lang="en-US" sz="1900" b="1" dirty="0"/>
              <a:t>Dynamic Management Views (DMVs):</a:t>
            </a:r>
            <a:r>
              <a:rPr lang="en-US" sz="1900" dirty="0"/>
              <a:t> T-SQL system views like </a:t>
            </a:r>
            <a:r>
              <a:rPr lang="en-US" sz="1900" dirty="0" err="1"/>
              <a:t>sys.dm_db_resource_stats</a:t>
            </a:r>
            <a:r>
              <a:rPr lang="en-US" sz="1900" dirty="0"/>
              <a:t> provide near real-time and historical performance data for custom scripting and deep troubleshooting.</a:t>
            </a:r>
          </a:p>
          <a:p>
            <a:r>
              <a:rPr lang="en-US" sz="1900" b="1" dirty="0"/>
              <a:t>Extended Events:</a:t>
            </a:r>
            <a:r>
              <a:rPr lang="en-US" sz="1900" dirty="0"/>
              <a:t> A lightweight tracing tool used for capturing specific events like deadlocks or connection issues, which can be stored in Azure Blob Storage.</a:t>
            </a:r>
          </a:p>
          <a:p>
            <a:r>
              <a:rPr lang="en-US" sz="1900" b="1" dirty="0"/>
              <a:t>Diagnostic Settings:</a:t>
            </a:r>
            <a:r>
              <a:rPr lang="en-US" sz="1900" dirty="0"/>
              <a:t> Enable the streaming of </a:t>
            </a:r>
            <a:r>
              <a:rPr lang="en-US" sz="1900" dirty="0" err="1"/>
              <a:t>SQLInsights</a:t>
            </a:r>
            <a:r>
              <a:rPr lang="en-US" sz="1900" dirty="0"/>
              <a:t> logs to a Log Analytics workspace for long-term retention and advanced KQL (Kusto Query Language) analysis. </a:t>
            </a:r>
          </a:p>
          <a:p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381953654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AB950E-C0A1-C9BF-2502-54EA9A095D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ea typeface="Calibri Light"/>
                <a:cs typeface="Calibri Light"/>
              </a:rPr>
              <a:t>Wrap Up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A92360-20AC-B4B9-E6D4-F21EB8C735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ea typeface="Calibri"/>
                <a:cs typeface="Calibri"/>
              </a:rPr>
              <a:t>SQL Server Performance Monitoring</a:t>
            </a:r>
            <a:endParaRPr lang="en-US" dirty="0"/>
          </a:p>
          <a:p>
            <a:pPr marL="0" indent="0">
              <a:buNone/>
            </a:pPr>
            <a:endParaRPr lang="en-US" dirty="0">
              <a:ea typeface="Calibri"/>
              <a:cs typeface="Calibri"/>
            </a:endParaRPr>
          </a:p>
          <a:p>
            <a:r>
              <a:rPr lang="en-US" dirty="0">
                <a:ea typeface="Calibri"/>
                <a:cs typeface="Calibri"/>
              </a:rPr>
              <a:t>SQL Server Database Management Views</a:t>
            </a:r>
          </a:p>
          <a:p>
            <a:endParaRPr lang="en-US" dirty="0">
              <a:ea typeface="Calibri"/>
              <a:cs typeface="Calibri"/>
            </a:endParaRPr>
          </a:p>
          <a:p>
            <a:r>
              <a:rPr lang="en-US" dirty="0">
                <a:ea typeface="Calibri"/>
                <a:cs typeface="Calibri"/>
              </a:rPr>
              <a:t>SQL Server Performance Tuning Tools</a:t>
            </a:r>
          </a:p>
          <a:p>
            <a:pPr marL="0" indent="0">
              <a:buNone/>
            </a:pPr>
            <a:endParaRPr lang="en-US" dirty="0">
              <a:ea typeface="Calibri"/>
              <a:cs typeface="Calibri"/>
            </a:endParaRPr>
          </a:p>
          <a:p>
            <a:r>
              <a:rPr lang="en-US" dirty="0">
                <a:ea typeface="Calibri"/>
                <a:cs typeface="Calibri"/>
              </a:rPr>
              <a:t> Azure SQL Performance Tuning</a:t>
            </a:r>
          </a:p>
        </p:txBody>
      </p:sp>
    </p:spTree>
    <p:extLst>
      <p:ext uri="{BB962C8B-B14F-4D97-AF65-F5344CB8AC3E}">
        <p14:creationId xmlns:p14="http://schemas.microsoft.com/office/powerpoint/2010/main" val="8161502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theme/theme1.xml><?xml version="1.0" encoding="utf-8"?>
<a:theme xmlns:a="http://schemas.openxmlformats.org/drawingml/2006/main" name="Office 2013 - 2022 Theme">
  <a:themeElements>
    <a:clrScheme name="Office 2013 - 2022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423</TotalTime>
  <Words>1307</Words>
  <Application>Microsoft Office PowerPoint</Application>
  <PresentationFormat>Widescreen</PresentationFormat>
  <Paragraphs>91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Arial</vt:lpstr>
      <vt:lpstr>Calibri</vt:lpstr>
      <vt:lpstr>Calibri Light</vt:lpstr>
      <vt:lpstr>Segoe UI</vt:lpstr>
      <vt:lpstr>Office 2013 - 2022 Theme</vt:lpstr>
      <vt:lpstr>SQL Server Administration &amp; Azure Data Engineering</vt:lpstr>
      <vt:lpstr>Agenda</vt:lpstr>
      <vt:lpstr>SQL Server Performance Monitoring</vt:lpstr>
      <vt:lpstr>SQL Server Performance Monitoring Metrics</vt:lpstr>
      <vt:lpstr>SQL Server Poor Performance</vt:lpstr>
      <vt:lpstr>SQL Server Poor Performance</vt:lpstr>
      <vt:lpstr>SQL Server Dynamic Management View</vt:lpstr>
      <vt:lpstr>SQL Server Database Tuning Advisor</vt:lpstr>
      <vt:lpstr>SQL Server Performance Tuning Tools </vt:lpstr>
      <vt:lpstr>SQL Server Performance Tuning Tools</vt:lpstr>
      <vt:lpstr>Azure SQL Performance Tuning</vt:lpstr>
      <vt:lpstr>Azure SQL Performance Tuning</vt:lpstr>
      <vt:lpstr>Wrap Up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Anindita Basak</dc:creator>
  <cp:lastModifiedBy>Anindita Basak</cp:lastModifiedBy>
  <cp:revision>569</cp:revision>
  <dcterms:created xsi:type="dcterms:W3CDTF">2026-04-11T17:33:10Z</dcterms:created>
  <dcterms:modified xsi:type="dcterms:W3CDTF">2026-04-23T20:05:59Z</dcterms:modified>
</cp:coreProperties>
</file>